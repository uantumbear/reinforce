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9" r:id="rId4"/>
    <p:sldId id="268" r:id="rId5"/>
    <p:sldId id="270" r:id="rId6"/>
    <p:sldId id="271" r:id="rId7"/>
    <p:sldId id="266" r:id="rId8"/>
    <p:sldId id="272" r:id="rId9"/>
    <p:sldId id="273" r:id="rId10"/>
    <p:sldId id="274" r:id="rId11"/>
    <p:sldId id="275" r:id="rId12"/>
    <p:sldId id="276" r:id="rId13"/>
    <p:sldId id="27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63B4"/>
    <a:srgbClr val="C1CBD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525796-A911-4879-8D27-296ED0F6A1FD}" v="323" dt="2025-12-07T14:52:02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4" d="100"/>
          <a:sy n="84" d="100"/>
        </p:scale>
        <p:origin x="366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연 유" userId="7f6c3038750027d8" providerId="LiveId" clId="{70CF755A-92A8-4F67-A2DF-408182EC858C}"/>
    <pc:docChg chg="undo custSel addSld delSld modSld sldOrd">
      <pc:chgData name="지연 유" userId="7f6c3038750027d8" providerId="LiveId" clId="{70CF755A-92A8-4F67-A2DF-408182EC858C}" dt="2025-12-07T14:53:47.871" v="15122" actId="47"/>
      <pc:docMkLst>
        <pc:docMk/>
      </pc:docMkLst>
      <pc:sldChg chg="modSp new del mod">
        <pc:chgData name="지연 유" userId="7f6c3038750027d8" providerId="LiveId" clId="{70CF755A-92A8-4F67-A2DF-408182EC858C}" dt="2025-12-06T04:12:05.181" v="1033" actId="47"/>
        <pc:sldMkLst>
          <pc:docMk/>
          <pc:sldMk cId="3105600014" sldId="256"/>
        </pc:sldMkLst>
      </pc:sldChg>
      <pc:sldChg chg="addSp delSp modSp new del mod">
        <pc:chgData name="지연 유" userId="7f6c3038750027d8" providerId="LiveId" clId="{70CF755A-92A8-4F67-A2DF-408182EC858C}" dt="2025-12-07T11:55:19.485" v="11443" actId="47"/>
        <pc:sldMkLst>
          <pc:docMk/>
          <pc:sldMk cId="1763492786" sldId="257"/>
        </pc:sldMkLst>
        <pc:spChg chg="add del mod">
          <ac:chgData name="지연 유" userId="7f6c3038750027d8" providerId="LiveId" clId="{70CF755A-92A8-4F67-A2DF-408182EC858C}" dt="2025-12-06T07:59:29.398" v="4770"/>
          <ac:spMkLst>
            <pc:docMk/>
            <pc:sldMk cId="1763492786" sldId="257"/>
            <ac:spMk id="3" creationId="{C96F40B5-E8CC-16AD-7225-AEF8D9AF8534}"/>
          </ac:spMkLst>
        </pc:spChg>
      </pc:sldChg>
      <pc:sldChg chg="modSp new del mod">
        <pc:chgData name="지연 유" userId="7f6c3038750027d8" providerId="LiveId" clId="{70CF755A-92A8-4F67-A2DF-408182EC858C}" dt="2025-12-07T11:55:11.496" v="11441" actId="47"/>
        <pc:sldMkLst>
          <pc:docMk/>
          <pc:sldMk cId="663054911" sldId="258"/>
        </pc:sldMkLst>
      </pc:sldChg>
      <pc:sldChg chg="modSp add del mod">
        <pc:chgData name="지연 유" userId="7f6c3038750027d8" providerId="LiveId" clId="{70CF755A-92A8-4F67-A2DF-408182EC858C}" dt="2025-12-07T11:55:16.490" v="11442" actId="47"/>
        <pc:sldMkLst>
          <pc:docMk/>
          <pc:sldMk cId="1016634508" sldId="259"/>
        </pc:sldMkLst>
      </pc:sldChg>
      <pc:sldChg chg="addSp delSp modSp new del mod ord">
        <pc:chgData name="지연 유" userId="7f6c3038750027d8" providerId="LiveId" clId="{70CF755A-92A8-4F67-A2DF-408182EC858C}" dt="2025-12-07T11:19:16.100" v="11036" actId="2696"/>
        <pc:sldMkLst>
          <pc:docMk/>
          <pc:sldMk cId="3100138544" sldId="260"/>
        </pc:sldMkLst>
        <pc:spChg chg="mod">
          <ac:chgData name="지연 유" userId="7f6c3038750027d8" providerId="LiveId" clId="{70CF755A-92A8-4F67-A2DF-408182EC858C}" dt="2025-12-06T07:59:25.312" v="4767" actId="14100"/>
          <ac:spMkLst>
            <pc:docMk/>
            <pc:sldMk cId="3100138544" sldId="260"/>
            <ac:spMk id="2" creationId="{5DBCD93B-D3F8-4C81-2252-678228284CE8}"/>
          </ac:spMkLst>
        </pc:spChg>
        <pc:spChg chg="mod">
          <ac:chgData name="지연 유" userId="7f6c3038750027d8" providerId="LiveId" clId="{70CF755A-92A8-4F67-A2DF-408182EC858C}" dt="2025-12-06T08:01:25.389" v="4830" actId="2711"/>
          <ac:spMkLst>
            <pc:docMk/>
            <pc:sldMk cId="3100138544" sldId="260"/>
            <ac:spMk id="3" creationId="{E9FF438A-4C13-FD18-084A-7CCA31E955AE}"/>
          </ac:spMkLst>
        </pc:spChg>
        <pc:spChg chg="add mod">
          <ac:chgData name="지연 유" userId="7f6c3038750027d8" providerId="LiveId" clId="{70CF755A-92A8-4F67-A2DF-408182EC858C}" dt="2025-12-06T04:15:34.959" v="1034"/>
          <ac:spMkLst>
            <pc:docMk/>
            <pc:sldMk cId="3100138544" sldId="260"/>
            <ac:spMk id="4" creationId="{067E9CB2-0DB7-FEF9-08C4-4FDE00A47027}"/>
          </ac:spMkLst>
        </pc:spChg>
        <pc:spChg chg="add mod">
          <ac:chgData name="지연 유" userId="7f6c3038750027d8" providerId="LiveId" clId="{70CF755A-92A8-4F67-A2DF-408182EC858C}" dt="2025-12-06T04:15:34.959" v="1034"/>
          <ac:spMkLst>
            <pc:docMk/>
            <pc:sldMk cId="3100138544" sldId="260"/>
            <ac:spMk id="5" creationId="{050082F2-E6DD-24C6-7F20-412760189D92}"/>
          </ac:spMkLst>
        </pc:spChg>
        <pc:spChg chg="add mod">
          <ac:chgData name="지연 유" userId="7f6c3038750027d8" providerId="LiveId" clId="{70CF755A-92A8-4F67-A2DF-408182EC858C}" dt="2025-12-06T12:38:58.862" v="7621" actId="20577"/>
          <ac:spMkLst>
            <pc:docMk/>
            <pc:sldMk cId="3100138544" sldId="260"/>
            <ac:spMk id="8" creationId="{1C81A947-0F50-95AF-FB42-16D2B5219F6F}"/>
          </ac:spMkLst>
        </pc:spChg>
        <pc:spChg chg="add del mod">
          <ac:chgData name="지연 유" userId="7f6c3038750027d8" providerId="LiveId" clId="{70CF755A-92A8-4F67-A2DF-408182EC858C}" dt="2025-12-06T12:32:51.360" v="7581" actId="478"/>
          <ac:spMkLst>
            <pc:docMk/>
            <pc:sldMk cId="3100138544" sldId="260"/>
            <ac:spMk id="10" creationId="{E9D1B1BC-07E0-D61E-F6DD-F9B1C8EB74BA}"/>
          </ac:spMkLst>
        </pc:spChg>
        <pc:cxnChg chg="add mod">
          <ac:chgData name="지연 유" userId="7f6c3038750027d8" providerId="LiveId" clId="{70CF755A-92A8-4F67-A2DF-408182EC858C}" dt="2025-12-06T04:19:00.413" v="1068" actId="14100"/>
          <ac:cxnSpMkLst>
            <pc:docMk/>
            <pc:sldMk cId="3100138544" sldId="260"/>
            <ac:cxnSpMk id="6" creationId="{DE981095-E825-279B-F9D6-C3B9C03C1CA1}"/>
          </ac:cxnSpMkLst>
        </pc:cxnChg>
      </pc:sldChg>
      <pc:sldChg chg="addSp delSp modSp new mod">
        <pc:chgData name="지연 유" userId="7f6c3038750027d8" providerId="LiveId" clId="{70CF755A-92A8-4F67-A2DF-408182EC858C}" dt="2025-12-07T09:07:23.937" v="11005" actId="20577"/>
        <pc:sldMkLst>
          <pc:docMk/>
          <pc:sldMk cId="553986551" sldId="261"/>
        </pc:sldMkLst>
        <pc:spChg chg="del">
          <ac:chgData name="지연 유" userId="7f6c3038750027d8" providerId="LiveId" clId="{70CF755A-92A8-4F67-A2DF-408182EC858C}" dt="2025-12-06T03:53:14.041" v="786" actId="478"/>
          <ac:spMkLst>
            <pc:docMk/>
            <pc:sldMk cId="553986551" sldId="261"/>
            <ac:spMk id="2" creationId="{7A5F53AB-D5AE-17B4-1BB5-648FE4A19A13}"/>
          </ac:spMkLst>
        </pc:spChg>
        <pc:spChg chg="del">
          <ac:chgData name="지연 유" userId="7f6c3038750027d8" providerId="LiveId" clId="{70CF755A-92A8-4F67-A2DF-408182EC858C}" dt="2025-12-06T03:53:14.852" v="787" actId="478"/>
          <ac:spMkLst>
            <pc:docMk/>
            <pc:sldMk cId="553986551" sldId="261"/>
            <ac:spMk id="3" creationId="{EB64EF68-5692-5BBD-C207-D47C2F6AF092}"/>
          </ac:spMkLst>
        </pc:spChg>
        <pc:spChg chg="add mod">
          <ac:chgData name="지연 유" userId="7f6c3038750027d8" providerId="LiveId" clId="{70CF755A-92A8-4F67-A2DF-408182EC858C}" dt="2025-12-06T04:11:22.219" v="1023" actId="12788"/>
          <ac:spMkLst>
            <pc:docMk/>
            <pc:sldMk cId="553986551" sldId="261"/>
            <ac:spMk id="6" creationId="{191842A8-ADD1-6133-2AE4-CF8305E98E97}"/>
          </ac:spMkLst>
        </pc:spChg>
        <pc:spChg chg="add mod">
          <ac:chgData name="지연 유" userId="7f6c3038750027d8" providerId="LiveId" clId="{70CF755A-92A8-4F67-A2DF-408182EC858C}" dt="2025-12-06T04:11:14.698" v="1022" actId="12788"/>
          <ac:spMkLst>
            <pc:docMk/>
            <pc:sldMk cId="553986551" sldId="261"/>
            <ac:spMk id="7" creationId="{D2963F18-9015-420D-62FC-FDD4942C30E5}"/>
          </ac:spMkLst>
        </pc:spChg>
        <pc:spChg chg="add mod">
          <ac:chgData name="지연 유" userId="7f6c3038750027d8" providerId="LiveId" clId="{70CF755A-92A8-4F67-A2DF-408182EC858C}" dt="2025-12-06T04:17:22.561" v="1061" actId="207"/>
          <ac:spMkLst>
            <pc:docMk/>
            <pc:sldMk cId="553986551" sldId="261"/>
            <ac:spMk id="8" creationId="{AB1F00C4-2D2F-7785-9E3E-F7894C4D91F4}"/>
          </ac:spMkLst>
        </pc:spChg>
        <pc:spChg chg="add mod">
          <ac:chgData name="지연 유" userId="7f6c3038750027d8" providerId="LiveId" clId="{70CF755A-92A8-4F67-A2DF-408182EC858C}" dt="2025-12-07T09:07:23.937" v="11005" actId="20577"/>
          <ac:spMkLst>
            <pc:docMk/>
            <pc:sldMk cId="553986551" sldId="261"/>
            <ac:spMk id="10" creationId="{EB1CC4F5-5F45-8C95-861A-92F6CD0EFE68}"/>
          </ac:spMkLst>
        </pc:spChg>
        <pc:spChg chg="add mod">
          <ac:chgData name="지연 유" userId="7f6c3038750027d8" providerId="LiveId" clId="{70CF755A-92A8-4F67-A2DF-408182EC858C}" dt="2025-12-06T04:11:22.219" v="1023" actId="12788"/>
          <ac:spMkLst>
            <pc:docMk/>
            <pc:sldMk cId="553986551" sldId="261"/>
            <ac:spMk id="17" creationId="{A27974BC-5E08-B54E-34E1-182B1EAC69ED}"/>
          </ac:spMkLst>
        </pc:spChg>
        <pc:spChg chg="add del mod">
          <ac:chgData name="지연 유" userId="7f6c3038750027d8" providerId="LiveId" clId="{70CF755A-92A8-4F67-A2DF-408182EC858C}" dt="2025-12-06T04:07:52.847" v="968"/>
          <ac:spMkLst>
            <pc:docMk/>
            <pc:sldMk cId="553986551" sldId="261"/>
            <ac:spMk id="18" creationId="{4A24DC41-E5B4-9797-CE8B-3F0508CC24C1}"/>
          </ac:spMkLst>
        </pc:spChg>
        <pc:grpChg chg="add mod">
          <ac:chgData name="지연 유" userId="7f6c3038750027d8" providerId="LiveId" clId="{70CF755A-92A8-4F67-A2DF-408182EC858C}" dt="2025-12-06T04:16:52.788" v="1056" actId="1076"/>
          <ac:grpSpMkLst>
            <pc:docMk/>
            <pc:sldMk cId="553986551" sldId="261"/>
            <ac:grpSpMk id="20" creationId="{143D92DB-7FE0-E660-9A61-3724785D322B}"/>
          </ac:grpSpMkLst>
        </pc:grpChg>
        <pc:picChg chg="add del mod ord">
          <ac:chgData name="지연 유" userId="7f6c3038750027d8" providerId="LiveId" clId="{70CF755A-92A8-4F67-A2DF-408182EC858C}" dt="2025-12-06T04:07:52.845" v="966" actId="478"/>
          <ac:picMkLst>
            <pc:docMk/>
            <pc:sldMk cId="553986551" sldId="261"/>
            <ac:picMk id="5" creationId="{33D9B9DD-977D-27A4-7A90-FE2B85F20BD4}"/>
          </ac:picMkLst>
        </pc:picChg>
        <pc:cxnChg chg="add del">
          <ac:chgData name="지연 유" userId="7f6c3038750027d8" providerId="LiveId" clId="{70CF755A-92A8-4F67-A2DF-408182EC858C}" dt="2025-12-06T04:05:36.820" v="886" actId="11529"/>
          <ac:cxnSpMkLst>
            <pc:docMk/>
            <pc:sldMk cId="553986551" sldId="261"/>
            <ac:cxnSpMk id="12" creationId="{227C01EF-A3FA-2F16-A454-A145CA67E260}"/>
          </ac:cxnSpMkLst>
        </pc:cxnChg>
        <pc:cxnChg chg="add mod">
          <ac:chgData name="지연 유" userId="7f6c3038750027d8" providerId="LiveId" clId="{70CF755A-92A8-4F67-A2DF-408182EC858C}" dt="2025-12-06T04:17:02.423" v="1057" actId="1076"/>
          <ac:cxnSpMkLst>
            <pc:docMk/>
            <pc:sldMk cId="553986551" sldId="261"/>
            <ac:cxnSpMk id="14" creationId="{C71B9E79-90AE-23CC-D965-1E215B5F975E}"/>
          </ac:cxnSpMkLst>
        </pc:cxnChg>
        <pc:cxnChg chg="add mod">
          <ac:chgData name="지연 유" userId="7f6c3038750027d8" providerId="LiveId" clId="{70CF755A-92A8-4F67-A2DF-408182EC858C}" dt="2025-12-06T04:16:35.328" v="1054" actId="692"/>
          <ac:cxnSpMkLst>
            <pc:docMk/>
            <pc:sldMk cId="553986551" sldId="261"/>
            <ac:cxnSpMk id="19" creationId="{DB2961CE-1EF5-E6E2-6A0F-45E33F543196}"/>
          </ac:cxnSpMkLst>
        </pc:cxnChg>
      </pc:sldChg>
      <pc:sldChg chg="addSp delSp modSp new del mod">
        <pc:chgData name="지연 유" userId="7f6c3038750027d8" providerId="LiveId" clId="{70CF755A-92A8-4F67-A2DF-408182EC858C}" dt="2025-12-07T14:53:47.871" v="15122" actId="47"/>
        <pc:sldMkLst>
          <pc:docMk/>
          <pc:sldMk cId="340805768" sldId="262"/>
        </pc:sldMkLst>
        <pc:spChg chg="add del mod">
          <ac:chgData name="지연 유" userId="7f6c3038750027d8" providerId="LiveId" clId="{70CF755A-92A8-4F67-A2DF-408182EC858C}" dt="2025-12-07T14:25:52.462" v="14500"/>
          <ac:spMkLst>
            <pc:docMk/>
            <pc:sldMk cId="340805768" sldId="262"/>
            <ac:spMk id="5" creationId="{6D8B889A-428E-95CC-5805-A461241F0471}"/>
          </ac:spMkLst>
        </pc:spChg>
      </pc:sldChg>
      <pc:sldChg chg="addSp delSp modSp add mod ord">
        <pc:chgData name="지연 유" userId="7f6c3038750027d8" providerId="LiveId" clId="{70CF755A-92A8-4F67-A2DF-408182EC858C}" dt="2025-12-07T13:15:36.133" v="12408" actId="1076"/>
        <pc:sldMkLst>
          <pc:docMk/>
          <pc:sldMk cId="108609661" sldId="263"/>
        </pc:sldMkLst>
        <pc:spChg chg="mod">
          <ac:chgData name="지연 유" userId="7f6c3038750027d8" providerId="LiveId" clId="{70CF755A-92A8-4F67-A2DF-408182EC858C}" dt="2025-12-07T11:37:42.775" v="11289" actId="255"/>
          <ac:spMkLst>
            <pc:docMk/>
            <pc:sldMk cId="108609661" sldId="263"/>
            <ac:spMk id="2" creationId="{75773F9B-9991-926C-16A8-F5740E37A423}"/>
          </ac:spMkLst>
        </pc:spChg>
        <pc:spChg chg="mod">
          <ac:chgData name="지연 유" userId="7f6c3038750027d8" providerId="LiveId" clId="{70CF755A-92A8-4F67-A2DF-408182EC858C}" dt="2025-12-07T11:46:37.093" v="11301" actId="20577"/>
          <ac:spMkLst>
            <pc:docMk/>
            <pc:sldMk cId="108609661" sldId="263"/>
            <ac:spMk id="3" creationId="{C4424A9C-4434-AFFD-18A2-49AF3EDBD3C6}"/>
          </ac:spMkLst>
        </pc:spChg>
        <pc:spChg chg="mod">
          <ac:chgData name="지연 유" userId="7f6c3038750027d8" providerId="LiveId" clId="{70CF755A-92A8-4F67-A2DF-408182EC858C}" dt="2025-12-06T05:12:42.303" v="4735" actId="14100"/>
          <ac:spMkLst>
            <pc:docMk/>
            <pc:sldMk cId="108609661" sldId="263"/>
            <ac:spMk id="5" creationId="{EABC5C41-57C4-EC04-F6D4-0CE2848FC7F5}"/>
          </ac:spMkLst>
        </pc:spChg>
        <pc:spChg chg="add mod">
          <ac:chgData name="지연 유" userId="7f6c3038750027d8" providerId="LiveId" clId="{70CF755A-92A8-4F67-A2DF-408182EC858C}" dt="2025-12-07T13:15:36.133" v="12408" actId="1076"/>
          <ac:spMkLst>
            <pc:docMk/>
            <pc:sldMk cId="108609661" sldId="263"/>
            <ac:spMk id="8" creationId="{01105390-6835-CD48-2439-1CC1EDF7FA98}"/>
          </ac:spMkLst>
        </pc:spChg>
        <pc:spChg chg="del">
          <ac:chgData name="지연 유" userId="7f6c3038750027d8" providerId="LiveId" clId="{70CF755A-92A8-4F67-A2DF-408182EC858C}" dt="2025-12-06T04:28:20.993" v="1409" actId="478"/>
          <ac:spMkLst>
            <pc:docMk/>
            <pc:sldMk cId="108609661" sldId="263"/>
            <ac:spMk id="10" creationId="{7D17A4C6-247E-43FD-AA76-091E66573AA1}"/>
          </ac:spMkLst>
        </pc:spChg>
        <pc:cxnChg chg="del">
          <ac:chgData name="지연 유" userId="7f6c3038750027d8" providerId="LiveId" clId="{70CF755A-92A8-4F67-A2DF-408182EC858C}" dt="2025-12-06T04:48:48.846" v="3070" actId="478"/>
          <ac:cxnSpMkLst>
            <pc:docMk/>
            <pc:sldMk cId="108609661" sldId="263"/>
            <ac:cxnSpMk id="6" creationId="{336CA739-E45E-0B76-F830-CE8C9EC97A09}"/>
          </ac:cxnSpMkLst>
        </pc:cxnChg>
        <pc:cxnChg chg="add mod">
          <ac:chgData name="지연 유" userId="7f6c3038750027d8" providerId="LiveId" clId="{70CF755A-92A8-4F67-A2DF-408182EC858C}" dt="2025-12-06T12:37:26.078" v="7584"/>
          <ac:cxnSpMkLst>
            <pc:docMk/>
            <pc:sldMk cId="108609661" sldId="263"/>
            <ac:cxnSpMk id="6" creationId="{D950B339-ECFF-8732-268B-3FCE4DD62AAF}"/>
          </ac:cxnSpMkLst>
        </pc:cxnChg>
      </pc:sldChg>
      <pc:sldChg chg="add del">
        <pc:chgData name="지연 유" userId="7f6c3038750027d8" providerId="LiveId" clId="{70CF755A-92A8-4F67-A2DF-408182EC858C}" dt="2025-12-07T11:55:26.207" v="11444" actId="47"/>
        <pc:sldMkLst>
          <pc:docMk/>
          <pc:sldMk cId="2758795184" sldId="264"/>
        </pc:sldMkLst>
      </pc:sldChg>
      <pc:sldChg chg="delSp modSp add del mod ord">
        <pc:chgData name="지연 유" userId="7f6c3038750027d8" providerId="LiveId" clId="{70CF755A-92A8-4F67-A2DF-408182EC858C}" dt="2025-12-06T12:39:02.014" v="7622" actId="47"/>
        <pc:sldMkLst>
          <pc:docMk/>
          <pc:sldMk cId="119091351" sldId="265"/>
        </pc:sldMkLst>
        <pc:spChg chg="mod">
          <ac:chgData name="지연 유" userId="7f6c3038750027d8" providerId="LiveId" clId="{70CF755A-92A8-4F67-A2DF-408182EC858C}" dt="2025-12-06T12:38:48.591" v="7594" actId="21"/>
          <ac:spMkLst>
            <pc:docMk/>
            <pc:sldMk cId="119091351" sldId="265"/>
            <ac:spMk id="3" creationId="{84DB825F-7206-B7D5-7624-6EB1D9285D30}"/>
          </ac:spMkLst>
        </pc:spChg>
        <pc:spChg chg="del">
          <ac:chgData name="지연 유" userId="7f6c3038750027d8" providerId="LiveId" clId="{70CF755A-92A8-4F67-A2DF-408182EC858C}" dt="2025-12-06T12:33:30.714" v="7583" actId="478"/>
          <ac:spMkLst>
            <pc:docMk/>
            <pc:sldMk cId="119091351" sldId="265"/>
            <ac:spMk id="10" creationId="{34CC1839-E5DE-766A-A687-9D6ABA0DA52C}"/>
          </ac:spMkLst>
        </pc:spChg>
      </pc:sldChg>
      <pc:sldChg chg="addSp delSp modSp add mod">
        <pc:chgData name="지연 유" userId="7f6c3038750027d8" providerId="LiveId" clId="{70CF755A-92A8-4F67-A2DF-408182EC858C}" dt="2025-12-07T14:09:55.916" v="14121" actId="255"/>
        <pc:sldMkLst>
          <pc:docMk/>
          <pc:sldMk cId="1747677895" sldId="266"/>
        </pc:sldMkLst>
        <pc:spChg chg="del mod">
          <ac:chgData name="지연 유" userId="7f6c3038750027d8" providerId="LiveId" clId="{70CF755A-92A8-4F67-A2DF-408182EC858C}" dt="2025-12-07T11:54:08.749" v="11431" actId="478"/>
          <ac:spMkLst>
            <pc:docMk/>
            <pc:sldMk cId="1747677895" sldId="266"/>
            <ac:spMk id="2" creationId="{0489129E-15B6-08C3-79A1-9A3BAB54F664}"/>
          </ac:spMkLst>
        </pc:spChg>
        <pc:spChg chg="mod">
          <ac:chgData name="지연 유" userId="7f6c3038750027d8" providerId="LiveId" clId="{70CF755A-92A8-4F67-A2DF-408182EC858C}" dt="2025-12-07T11:56:48.855" v="11456" actId="20577"/>
          <ac:spMkLst>
            <pc:docMk/>
            <pc:sldMk cId="1747677895" sldId="266"/>
            <ac:spMk id="3" creationId="{E2A68BC7-F569-1576-5FC1-BBF84886B5D3}"/>
          </ac:spMkLst>
        </pc:spChg>
        <pc:spChg chg="del">
          <ac:chgData name="지연 유" userId="7f6c3038750027d8" providerId="LiveId" clId="{70CF755A-92A8-4F67-A2DF-408182EC858C}" dt="2025-12-07T11:54:11.082" v="11433" actId="478"/>
          <ac:spMkLst>
            <pc:docMk/>
            <pc:sldMk cId="1747677895" sldId="266"/>
            <ac:spMk id="5" creationId="{49BD8C47-EED1-E0DA-C23C-68A2CD188858}"/>
          </ac:spMkLst>
        </pc:spChg>
        <pc:spChg chg="add del mod">
          <ac:chgData name="지연 유" userId="7f6c3038750027d8" providerId="LiveId" clId="{70CF755A-92A8-4F67-A2DF-408182EC858C}" dt="2025-12-07T11:55:49.575" v="11445" actId="21"/>
          <ac:spMkLst>
            <pc:docMk/>
            <pc:sldMk cId="1747677895" sldId="266"/>
            <ac:spMk id="6" creationId="{66FD3148-222B-F6D8-C1E7-41C3A5C2F659}"/>
          </ac:spMkLst>
        </pc:spChg>
        <pc:spChg chg="add">
          <ac:chgData name="지연 유" userId="7f6c3038750027d8" providerId="LiveId" clId="{70CF755A-92A8-4F67-A2DF-408182EC858C}" dt="2025-12-06T08:06:04.285" v="4932"/>
          <ac:spMkLst>
            <pc:docMk/>
            <pc:sldMk cId="1747677895" sldId="266"/>
            <ac:spMk id="6" creationId="{93DB02D4-DB27-9DC1-422E-48881B552BDD}"/>
          </ac:spMkLst>
        </pc:spChg>
        <pc:spChg chg="add">
          <ac:chgData name="지연 유" userId="7f6c3038750027d8" providerId="LiveId" clId="{70CF755A-92A8-4F67-A2DF-408182EC858C}" dt="2025-12-06T08:06:07.457" v="4933"/>
          <ac:spMkLst>
            <pc:docMk/>
            <pc:sldMk cId="1747677895" sldId="266"/>
            <ac:spMk id="7" creationId="{437AC933-CD46-2E01-4349-48AEBE96BBE2}"/>
          </ac:spMkLst>
        </pc:spChg>
        <pc:spChg chg="add del mod">
          <ac:chgData name="지연 유" userId="7f6c3038750027d8" providerId="LiveId" clId="{70CF755A-92A8-4F67-A2DF-408182EC858C}" dt="2025-12-07T11:35:14.133" v="11254" actId="113"/>
          <ac:spMkLst>
            <pc:docMk/>
            <pc:sldMk cId="1747677895" sldId="266"/>
            <ac:spMk id="8" creationId="{38BF97CE-72F6-09C8-4499-370688B1960E}"/>
          </ac:spMkLst>
        </pc:spChg>
        <pc:spChg chg="add del mod">
          <ac:chgData name="지연 유" userId="7f6c3038750027d8" providerId="LiveId" clId="{70CF755A-92A8-4F67-A2DF-408182EC858C}" dt="2025-12-07T11:54:10.339" v="11432" actId="478"/>
          <ac:spMkLst>
            <pc:docMk/>
            <pc:sldMk cId="1747677895" sldId="266"/>
            <ac:spMk id="11" creationId="{0C3EC174-A5A6-A453-B55A-6DE3EDD10212}"/>
          </ac:spMkLst>
        </pc:spChg>
        <pc:spChg chg="add">
          <ac:chgData name="지연 유" userId="7f6c3038750027d8" providerId="LiveId" clId="{70CF755A-92A8-4F67-A2DF-408182EC858C}" dt="2025-12-06T08:25:14.704" v="6561"/>
          <ac:spMkLst>
            <pc:docMk/>
            <pc:sldMk cId="1747677895" sldId="266"/>
            <ac:spMk id="11" creationId="{19257983-7F2E-0EE5-58E1-C3F2CF21FA6A}"/>
          </ac:spMkLst>
        </pc:spChg>
        <pc:spChg chg="add mod">
          <ac:chgData name="지연 유" userId="7f6c3038750027d8" providerId="LiveId" clId="{70CF755A-92A8-4F67-A2DF-408182EC858C}" dt="2025-12-07T11:54:11.789" v="11434"/>
          <ac:spMkLst>
            <pc:docMk/>
            <pc:sldMk cId="1747677895" sldId="266"/>
            <ac:spMk id="12" creationId="{D3890159-0963-136E-A032-E33FED88D004}"/>
          </ac:spMkLst>
        </pc:spChg>
        <pc:spChg chg="add mod">
          <ac:chgData name="지연 유" userId="7f6c3038750027d8" providerId="LiveId" clId="{70CF755A-92A8-4F67-A2DF-408182EC858C}" dt="2025-12-07T11:54:11.789" v="11434"/>
          <ac:spMkLst>
            <pc:docMk/>
            <pc:sldMk cId="1747677895" sldId="266"/>
            <ac:spMk id="13" creationId="{7179F35A-4776-FE75-AD06-D754E17C55F5}"/>
          </ac:spMkLst>
        </pc:spChg>
        <pc:graphicFrameChg chg="add mod modGraphic">
          <ac:chgData name="지연 유" userId="7f6c3038750027d8" providerId="LiveId" clId="{70CF755A-92A8-4F67-A2DF-408182EC858C}" dt="2025-12-07T14:09:55.916" v="14121" actId="255"/>
          <ac:graphicFrameMkLst>
            <pc:docMk/>
            <pc:sldMk cId="1747677895" sldId="266"/>
            <ac:graphicFrameMk id="10" creationId="{10ED1E87-7C5E-80A7-ECF3-86DC65103996}"/>
          </ac:graphicFrameMkLst>
        </pc:graphicFrameChg>
        <pc:cxnChg chg="add mod">
          <ac:chgData name="지연 유" userId="7f6c3038750027d8" providerId="LiveId" clId="{70CF755A-92A8-4F67-A2DF-408182EC858C}" dt="2025-12-06T08:12:16.873" v="5473"/>
          <ac:cxnSpMkLst>
            <pc:docMk/>
            <pc:sldMk cId="1747677895" sldId="266"/>
            <ac:cxnSpMk id="9" creationId="{C33E851B-56FC-5E35-1774-5A48DAE80F0D}"/>
          </ac:cxnSpMkLst>
        </pc:cxnChg>
      </pc:sldChg>
      <pc:sldChg chg="add del">
        <pc:chgData name="지연 유" userId="7f6c3038750027d8" providerId="LiveId" clId="{70CF755A-92A8-4F67-A2DF-408182EC858C}" dt="2025-12-06T08:12:37.015" v="5478" actId="47"/>
        <pc:sldMkLst>
          <pc:docMk/>
          <pc:sldMk cId="195230376" sldId="267"/>
        </pc:sldMkLst>
      </pc:sldChg>
      <pc:sldChg chg="addSp delSp modSp add mod ord">
        <pc:chgData name="지연 유" userId="7f6c3038750027d8" providerId="LiveId" clId="{70CF755A-92A8-4F67-A2DF-408182EC858C}" dt="2025-12-07T13:06:02.753" v="12170" actId="20577"/>
        <pc:sldMkLst>
          <pc:docMk/>
          <pc:sldMk cId="175001949" sldId="268"/>
        </pc:sldMkLst>
        <pc:spChg chg="mod">
          <ac:chgData name="지연 유" userId="7f6c3038750027d8" providerId="LiveId" clId="{70CF755A-92A8-4F67-A2DF-408182EC858C}" dt="2025-12-07T11:48:28.765" v="11317" actId="255"/>
          <ac:spMkLst>
            <pc:docMk/>
            <pc:sldMk cId="175001949" sldId="268"/>
            <ac:spMk id="2" creationId="{E83035B1-3F0D-A217-3956-F5C16CDD5739}"/>
          </ac:spMkLst>
        </pc:spChg>
        <pc:spChg chg="mod">
          <ac:chgData name="지연 유" userId="7f6c3038750027d8" providerId="LiveId" clId="{70CF755A-92A8-4F67-A2DF-408182EC858C}" dt="2025-12-07T11:51:56.338" v="11390" actId="20577"/>
          <ac:spMkLst>
            <pc:docMk/>
            <pc:sldMk cId="175001949" sldId="268"/>
            <ac:spMk id="3" creationId="{5AFB4211-0FB6-3A4A-C5FD-774916BF82F1}"/>
          </ac:spMkLst>
        </pc:spChg>
        <pc:spChg chg="del">
          <ac:chgData name="지연 유" userId="7f6c3038750027d8" providerId="LiveId" clId="{70CF755A-92A8-4F67-A2DF-408182EC858C}" dt="2025-12-07T11:38:31.232" v="11298" actId="478"/>
          <ac:spMkLst>
            <pc:docMk/>
            <pc:sldMk cId="175001949" sldId="268"/>
            <ac:spMk id="5" creationId="{A4C5E18E-61C3-5816-02E3-8E8D1A001E57}"/>
          </ac:spMkLst>
        </pc:spChg>
        <pc:spChg chg="add mod">
          <ac:chgData name="지연 유" userId="7f6c3038750027d8" providerId="LiveId" clId="{70CF755A-92A8-4F67-A2DF-408182EC858C}" dt="2025-12-07T11:48:44.399" v="11318" actId="14100"/>
          <ac:spMkLst>
            <pc:docMk/>
            <pc:sldMk cId="175001949" sldId="268"/>
            <ac:spMk id="6" creationId="{16C8A83F-E066-28D2-9B8D-FC9C8BE3C284}"/>
          </ac:spMkLst>
        </pc:spChg>
        <pc:spChg chg="add del mod">
          <ac:chgData name="지연 유" userId="7f6c3038750027d8" providerId="LiveId" clId="{70CF755A-92A8-4F67-A2DF-408182EC858C}" dt="2025-12-07T11:56:26.435" v="11454"/>
          <ac:spMkLst>
            <pc:docMk/>
            <pc:sldMk cId="175001949" sldId="268"/>
            <ac:spMk id="7" creationId="{66FD3148-222B-F6D8-C1E7-41C3A5C2F659}"/>
          </ac:spMkLst>
        </pc:spChg>
        <pc:spChg chg="mod">
          <ac:chgData name="지연 유" userId="7f6c3038750027d8" providerId="LiveId" clId="{70CF755A-92A8-4F67-A2DF-408182EC858C}" dt="2025-12-07T13:06:02.753" v="12170" actId="20577"/>
          <ac:spMkLst>
            <pc:docMk/>
            <pc:sldMk cId="175001949" sldId="268"/>
            <ac:spMk id="8" creationId="{A6D5C758-DD47-5AAF-FF64-D3227A14B077}"/>
          </ac:spMkLst>
        </pc:spChg>
        <pc:spChg chg="add del mod">
          <ac:chgData name="지연 유" userId="7f6c3038750027d8" providerId="LiveId" clId="{70CF755A-92A8-4F67-A2DF-408182EC858C}" dt="2025-12-07T11:50:01.338" v="11331" actId="21"/>
          <ac:spMkLst>
            <pc:docMk/>
            <pc:sldMk cId="175001949" sldId="268"/>
            <ac:spMk id="10" creationId="{66FD3148-222B-F6D8-C1E7-41C3A5C2F659}"/>
          </ac:spMkLst>
        </pc:spChg>
      </pc:sldChg>
      <pc:sldChg chg="addSp delSp modSp add mod">
        <pc:chgData name="지연 유" userId="7f6c3038750027d8" providerId="LiveId" clId="{70CF755A-92A8-4F67-A2DF-408182EC858C}" dt="2025-12-07T13:05:38.343" v="12125" actId="6549"/>
        <pc:sldMkLst>
          <pc:docMk/>
          <pc:sldMk cId="3372286081" sldId="269"/>
        </pc:sldMkLst>
        <pc:spChg chg="del mod">
          <ac:chgData name="지연 유" userId="7f6c3038750027d8" providerId="LiveId" clId="{70CF755A-92A8-4F67-A2DF-408182EC858C}" dt="2025-12-07T11:25:26.651" v="11123" actId="478"/>
          <ac:spMkLst>
            <pc:docMk/>
            <pc:sldMk cId="3372286081" sldId="269"/>
            <ac:spMk id="2" creationId="{BE58CC2E-2245-B8B7-ED3C-5B8D0A55E43C}"/>
          </ac:spMkLst>
        </pc:spChg>
        <pc:spChg chg="mod">
          <ac:chgData name="지연 유" userId="7f6c3038750027d8" providerId="LiveId" clId="{70CF755A-92A8-4F67-A2DF-408182EC858C}" dt="2025-12-07T11:35:36.436" v="11265" actId="6549"/>
          <ac:spMkLst>
            <pc:docMk/>
            <pc:sldMk cId="3372286081" sldId="269"/>
            <ac:spMk id="3" creationId="{EBAF0FBF-EDEA-0540-7F63-EFCC5682C099}"/>
          </ac:spMkLst>
        </pc:spChg>
        <pc:spChg chg="del">
          <ac:chgData name="지연 유" userId="7f6c3038750027d8" providerId="LiveId" clId="{70CF755A-92A8-4F67-A2DF-408182EC858C}" dt="2025-12-07T11:38:18.536" v="11294" actId="478"/>
          <ac:spMkLst>
            <pc:docMk/>
            <pc:sldMk cId="3372286081" sldId="269"/>
            <ac:spMk id="5" creationId="{A45F6BCC-48A6-AC5F-3AA0-AEE5BC262DCE}"/>
          </ac:spMkLst>
        </pc:spChg>
        <pc:spChg chg="add del mod">
          <ac:chgData name="지연 유" userId="7f6c3038750027d8" providerId="LiveId" clId="{70CF755A-92A8-4F67-A2DF-408182EC858C}" dt="2025-12-07T11:25:28.677" v="11125" actId="478"/>
          <ac:spMkLst>
            <pc:docMk/>
            <pc:sldMk cId="3372286081" sldId="269"/>
            <ac:spMk id="8" creationId="{FAABCA5C-E141-2B0E-2AC7-08AF80B77322}"/>
          </ac:spMkLst>
        </pc:spChg>
        <pc:spChg chg="add del mod">
          <ac:chgData name="지연 유" userId="7f6c3038750027d8" providerId="LiveId" clId="{70CF755A-92A8-4F67-A2DF-408182EC858C}" dt="2025-12-07T11:33:46.836" v="11228" actId="478"/>
          <ac:spMkLst>
            <pc:docMk/>
            <pc:sldMk cId="3372286081" sldId="269"/>
            <ac:spMk id="9" creationId="{AB723BAB-CC0E-CBC7-4F02-FFEBAC9D261E}"/>
          </ac:spMkLst>
        </pc:spChg>
        <pc:spChg chg="del mod">
          <ac:chgData name="지연 유" userId="7f6c3038750027d8" providerId="LiveId" clId="{70CF755A-92A8-4F67-A2DF-408182EC858C}" dt="2025-12-07T11:27:33.325" v="11198" actId="21"/>
          <ac:spMkLst>
            <pc:docMk/>
            <pc:sldMk cId="3372286081" sldId="269"/>
            <ac:spMk id="10" creationId="{66FD3148-222B-F6D8-C1E7-41C3A5C2F659}"/>
          </ac:spMkLst>
        </pc:spChg>
        <pc:spChg chg="add mod">
          <ac:chgData name="지연 유" userId="7f6c3038750027d8" providerId="LiveId" clId="{70CF755A-92A8-4F67-A2DF-408182EC858C}" dt="2025-12-07T13:05:38.343" v="12125" actId="6549"/>
          <ac:spMkLst>
            <pc:docMk/>
            <pc:sldMk cId="3372286081" sldId="269"/>
            <ac:spMk id="12" creationId="{89035AB8-0FF4-4070-C4C4-CDD77B9FD646}"/>
          </ac:spMkLst>
        </pc:spChg>
        <pc:spChg chg="add del mod">
          <ac:chgData name="지연 유" userId="7f6c3038750027d8" providerId="LiveId" clId="{70CF755A-92A8-4F67-A2DF-408182EC858C}" dt="2025-12-07T11:38:08.925" v="11291" actId="478"/>
          <ac:spMkLst>
            <pc:docMk/>
            <pc:sldMk cId="3372286081" sldId="269"/>
            <ac:spMk id="13" creationId="{D44CB331-0977-4735-0926-8E00557EDF8C}"/>
          </ac:spMkLst>
        </pc:spChg>
        <pc:spChg chg="add mod">
          <ac:chgData name="지연 유" userId="7f6c3038750027d8" providerId="LiveId" clId="{70CF755A-92A8-4F67-A2DF-408182EC858C}" dt="2025-12-07T11:46:41.146" v="11303" actId="20577"/>
          <ac:spMkLst>
            <pc:docMk/>
            <pc:sldMk cId="3372286081" sldId="269"/>
            <ac:spMk id="14" creationId="{3FA347F0-E537-B12D-CB41-4FD81AA86429}"/>
          </ac:spMkLst>
        </pc:spChg>
        <pc:spChg chg="add del mod">
          <ac:chgData name="지연 유" userId="7f6c3038750027d8" providerId="LiveId" clId="{70CF755A-92A8-4F67-A2DF-408182EC858C}" dt="2025-12-07T11:38:11.003" v="11292" actId="478"/>
          <ac:spMkLst>
            <pc:docMk/>
            <pc:sldMk cId="3372286081" sldId="269"/>
            <ac:spMk id="16" creationId="{4F0C66A8-E59E-2E4B-64C5-BDFA7881FC44}"/>
          </ac:spMkLst>
        </pc:spChg>
        <pc:spChg chg="add mod">
          <ac:chgData name="지연 유" userId="7f6c3038750027d8" providerId="LiveId" clId="{70CF755A-92A8-4F67-A2DF-408182EC858C}" dt="2025-12-07T11:38:13.625" v="11293"/>
          <ac:spMkLst>
            <pc:docMk/>
            <pc:sldMk cId="3372286081" sldId="269"/>
            <ac:spMk id="17" creationId="{0210A5BC-999A-519A-B333-77BF5B5D2EB6}"/>
          </ac:spMkLst>
        </pc:spChg>
        <pc:spChg chg="add mod">
          <ac:chgData name="지연 유" userId="7f6c3038750027d8" providerId="LiveId" clId="{70CF755A-92A8-4F67-A2DF-408182EC858C}" dt="2025-12-07T11:38:18.805" v="11295"/>
          <ac:spMkLst>
            <pc:docMk/>
            <pc:sldMk cId="3372286081" sldId="269"/>
            <ac:spMk id="18" creationId="{F60C0E11-19F1-2284-E784-9F6CAF06F333}"/>
          </ac:spMkLst>
        </pc:spChg>
        <pc:spChg chg="add del mod">
          <ac:chgData name="지연 유" userId="7f6c3038750027d8" providerId="LiveId" clId="{70CF755A-92A8-4F67-A2DF-408182EC858C}" dt="2025-12-07T11:51:28.370" v="11385" actId="478"/>
          <ac:spMkLst>
            <pc:docMk/>
            <pc:sldMk cId="3372286081" sldId="269"/>
            <ac:spMk id="19" creationId="{23964FED-D5DB-641E-072D-6AEDA468872A}"/>
          </ac:spMkLst>
        </pc:spChg>
      </pc:sldChg>
      <pc:sldChg chg="addSp delSp modSp add mod">
        <pc:chgData name="지연 유" userId="7f6c3038750027d8" providerId="LiveId" clId="{70CF755A-92A8-4F67-A2DF-408182EC858C}" dt="2025-12-07T11:52:40.781" v="11401" actId="478"/>
        <pc:sldMkLst>
          <pc:docMk/>
          <pc:sldMk cId="439411395" sldId="270"/>
        </pc:sldMkLst>
        <pc:spChg chg="del">
          <ac:chgData name="지연 유" userId="7f6c3038750027d8" providerId="LiveId" clId="{70CF755A-92A8-4F67-A2DF-408182EC858C}" dt="2025-12-07T11:47:33.145" v="11310" actId="478"/>
          <ac:spMkLst>
            <pc:docMk/>
            <pc:sldMk cId="439411395" sldId="270"/>
            <ac:spMk id="2" creationId="{6AFDEB02-E44B-BC48-1DA2-9A69E2F23C8B}"/>
          </ac:spMkLst>
        </pc:spChg>
        <pc:spChg chg="mod">
          <ac:chgData name="지연 유" userId="7f6c3038750027d8" providerId="LiveId" clId="{70CF755A-92A8-4F67-A2DF-408182EC858C}" dt="2025-12-07T11:52:17.538" v="11394" actId="20577"/>
          <ac:spMkLst>
            <pc:docMk/>
            <pc:sldMk cId="439411395" sldId="270"/>
            <ac:spMk id="3" creationId="{EF864E90-14E0-6824-B33A-65989F2472A0}"/>
          </ac:spMkLst>
        </pc:spChg>
        <pc:spChg chg="del">
          <ac:chgData name="지연 유" userId="7f6c3038750027d8" providerId="LiveId" clId="{70CF755A-92A8-4F67-A2DF-408182EC858C}" dt="2025-12-07T11:52:40.781" v="11401" actId="478"/>
          <ac:spMkLst>
            <pc:docMk/>
            <pc:sldMk cId="439411395" sldId="270"/>
            <ac:spMk id="5" creationId="{47B9E528-5324-4E7A-2475-A0A5660EF711}"/>
          </ac:spMkLst>
        </pc:spChg>
        <pc:spChg chg="add del mod">
          <ac:chgData name="지연 유" userId="7f6c3038750027d8" providerId="LiveId" clId="{70CF755A-92A8-4F67-A2DF-408182EC858C}" dt="2025-12-07T08:55:50.567" v="10269" actId="478"/>
          <ac:spMkLst>
            <pc:docMk/>
            <pc:sldMk cId="439411395" sldId="270"/>
            <ac:spMk id="7" creationId="{28CC70CA-35FB-F7CE-DB36-8C7BAB0F8D29}"/>
          </ac:spMkLst>
        </pc:spChg>
        <pc:spChg chg="mod">
          <ac:chgData name="지연 유" userId="7f6c3038750027d8" providerId="LiveId" clId="{70CF755A-92A8-4F67-A2DF-408182EC858C}" dt="2025-12-06T12:44:08.484" v="7752" actId="20577"/>
          <ac:spMkLst>
            <pc:docMk/>
            <pc:sldMk cId="439411395" sldId="270"/>
            <ac:spMk id="8" creationId="{B6BDC00E-568F-6D4C-628F-1B3288B78D86}"/>
          </ac:spMkLst>
        </pc:spChg>
        <pc:spChg chg="add del mod">
          <ac:chgData name="지연 유" userId="7f6c3038750027d8" providerId="LiveId" clId="{70CF755A-92A8-4F67-A2DF-408182EC858C}" dt="2025-12-07T11:47:37.573" v="11312" actId="478"/>
          <ac:spMkLst>
            <pc:docMk/>
            <pc:sldMk cId="439411395" sldId="270"/>
            <ac:spMk id="10" creationId="{1AE85812-30AD-027E-5ACC-AEFF07BA7A74}"/>
          </ac:spMkLst>
        </pc:spChg>
        <pc:spChg chg="add del mod">
          <ac:chgData name="지연 유" userId="7f6c3038750027d8" providerId="LiveId" clId="{70CF755A-92A8-4F67-A2DF-408182EC858C}" dt="2025-12-07T11:51:39.261" v="11386" actId="478"/>
          <ac:spMkLst>
            <pc:docMk/>
            <pc:sldMk cId="439411395" sldId="270"/>
            <ac:spMk id="11" creationId="{5875A065-DB7D-8C57-CF8F-A469E61E455B}"/>
          </ac:spMkLst>
        </pc:spChg>
        <pc:spChg chg="add del mod">
          <ac:chgData name="지연 유" userId="7f6c3038750027d8" providerId="LiveId" clId="{70CF755A-92A8-4F67-A2DF-408182EC858C}" dt="2025-12-06T17:15:28.471" v="8040" actId="478"/>
          <ac:spMkLst>
            <pc:docMk/>
            <pc:sldMk cId="439411395" sldId="270"/>
            <ac:spMk id="11" creationId="{FFCCDC40-D3FD-FDD0-68F1-A3964024D03C}"/>
          </ac:spMkLst>
        </pc:spChg>
        <pc:spChg chg="add mod">
          <ac:chgData name="지연 유" userId="7f6c3038750027d8" providerId="LiveId" clId="{70CF755A-92A8-4F67-A2DF-408182EC858C}" dt="2025-12-07T11:51:39.557" v="11387"/>
          <ac:spMkLst>
            <pc:docMk/>
            <pc:sldMk cId="439411395" sldId="270"/>
            <ac:spMk id="12" creationId="{757EF970-4BD8-7C82-BA09-D4131039F9CC}"/>
          </ac:spMkLst>
        </pc:spChg>
        <pc:spChg chg="add mod">
          <ac:chgData name="지연 유" userId="7f6c3038750027d8" providerId="LiveId" clId="{70CF755A-92A8-4F67-A2DF-408182EC858C}" dt="2025-12-07T11:52:37.391" v="11399"/>
          <ac:spMkLst>
            <pc:docMk/>
            <pc:sldMk cId="439411395" sldId="270"/>
            <ac:spMk id="13" creationId="{883B5AF1-51BD-D4A0-39D2-B576623EC62E}"/>
          </ac:spMkLst>
        </pc:spChg>
        <pc:graphicFrameChg chg="add mod modGraphic">
          <ac:chgData name="지연 유" userId="7f6c3038750027d8" providerId="LiveId" clId="{70CF755A-92A8-4F67-A2DF-408182EC858C}" dt="2025-12-07T08:55:18.309" v="10264" actId="14734"/>
          <ac:graphicFrameMkLst>
            <pc:docMk/>
            <pc:sldMk cId="439411395" sldId="270"/>
            <ac:graphicFrameMk id="6" creationId="{907E37A6-3C4C-CA1F-4086-DE44E8E2C4BD}"/>
          </ac:graphicFrameMkLst>
        </pc:graphicFrameChg>
        <pc:graphicFrameChg chg="add del mod modGraphic">
          <ac:chgData name="지연 유" userId="7f6c3038750027d8" providerId="LiveId" clId="{70CF755A-92A8-4F67-A2DF-408182EC858C}" dt="2025-12-07T08:55:50.567" v="10269" actId="478"/>
          <ac:graphicFrameMkLst>
            <pc:docMk/>
            <pc:sldMk cId="439411395" sldId="270"/>
            <ac:graphicFrameMk id="12" creationId="{084B5F51-E7FB-1781-9C26-0992BA024BE4}"/>
          </ac:graphicFrameMkLst>
        </pc:graphicFrameChg>
      </pc:sldChg>
      <pc:sldChg chg="addSp delSp modSp add mod">
        <pc:chgData name="지연 유" userId="7f6c3038750027d8" providerId="LiveId" clId="{70CF755A-92A8-4F67-A2DF-408182EC858C}" dt="2025-12-07T14:50:46.278" v="14976" actId="2165"/>
        <pc:sldMkLst>
          <pc:docMk/>
          <pc:sldMk cId="1156705521" sldId="271"/>
        </pc:sldMkLst>
        <pc:spChg chg="del">
          <ac:chgData name="지연 유" userId="7f6c3038750027d8" providerId="LiveId" clId="{70CF755A-92A8-4F67-A2DF-408182EC858C}" dt="2025-12-07T11:52:30.863" v="11395" actId="478"/>
          <ac:spMkLst>
            <pc:docMk/>
            <pc:sldMk cId="1156705521" sldId="271"/>
            <ac:spMk id="2" creationId="{FE3DEB9A-B45C-EDF6-1C91-CA051B664663}"/>
          </ac:spMkLst>
        </pc:spChg>
        <pc:spChg chg="mod">
          <ac:chgData name="지연 유" userId="7f6c3038750027d8" providerId="LiveId" clId="{70CF755A-92A8-4F67-A2DF-408182EC858C}" dt="2025-12-07T11:56:46.176" v="11455" actId="20577"/>
          <ac:spMkLst>
            <pc:docMk/>
            <pc:sldMk cId="1156705521" sldId="271"/>
            <ac:spMk id="3" creationId="{BBB4687D-28B0-CB46-F078-0A7B70E0394F}"/>
          </ac:spMkLst>
        </pc:spChg>
        <pc:spChg chg="del">
          <ac:chgData name="지연 유" userId="7f6c3038750027d8" providerId="LiveId" clId="{70CF755A-92A8-4F67-A2DF-408182EC858C}" dt="2025-12-07T11:52:34.030" v="11398" actId="478"/>
          <ac:spMkLst>
            <pc:docMk/>
            <pc:sldMk cId="1156705521" sldId="271"/>
            <ac:spMk id="5" creationId="{D0141124-BEE2-A5C6-F70C-2516863BC4B3}"/>
          </ac:spMkLst>
        </pc:spChg>
        <pc:spChg chg="mod">
          <ac:chgData name="지연 유" userId="7f6c3038750027d8" providerId="LiveId" clId="{70CF755A-92A8-4F67-A2DF-408182EC858C}" dt="2025-12-07T08:56:28.309" v="10275" actId="1076"/>
          <ac:spMkLst>
            <pc:docMk/>
            <pc:sldMk cId="1156705521" sldId="271"/>
            <ac:spMk id="7" creationId="{25B8B229-1C75-33E3-A45C-A5F146232795}"/>
          </ac:spMkLst>
        </pc:spChg>
        <pc:spChg chg="add del mod">
          <ac:chgData name="지연 유" userId="7f6c3038750027d8" providerId="LiveId" clId="{70CF755A-92A8-4F67-A2DF-408182EC858C}" dt="2025-12-07T11:52:32.775" v="11397" actId="478"/>
          <ac:spMkLst>
            <pc:docMk/>
            <pc:sldMk cId="1156705521" sldId="271"/>
            <ac:spMk id="8" creationId="{639E280D-6AB9-01DC-AA01-5CC4AF194E51}"/>
          </ac:spMkLst>
        </pc:spChg>
        <pc:spChg chg="del">
          <ac:chgData name="지연 유" userId="7f6c3038750027d8" providerId="LiveId" clId="{70CF755A-92A8-4F67-A2DF-408182EC858C}" dt="2025-12-07T08:16:51.740" v="8164" actId="478"/>
          <ac:spMkLst>
            <pc:docMk/>
            <pc:sldMk cId="1156705521" sldId="271"/>
            <ac:spMk id="8" creationId="{B6D0D6E0-EBCF-0D2F-9350-7462C5D68608}"/>
          </ac:spMkLst>
        </pc:spChg>
        <pc:spChg chg="add mod">
          <ac:chgData name="지연 유" userId="7f6c3038750027d8" providerId="LiveId" clId="{70CF755A-92A8-4F67-A2DF-408182EC858C}" dt="2025-12-07T14:08:03.022" v="14087" actId="1076"/>
          <ac:spMkLst>
            <pc:docMk/>
            <pc:sldMk cId="1156705521" sldId="271"/>
            <ac:spMk id="10" creationId="{40E5FAC8-5CED-9DE4-9328-CA665F75B88C}"/>
          </ac:spMkLst>
        </pc:spChg>
        <pc:spChg chg="add mod">
          <ac:chgData name="지연 유" userId="7f6c3038750027d8" providerId="LiveId" clId="{70CF755A-92A8-4F67-A2DF-408182EC858C}" dt="2025-12-07T14:08:03.022" v="14087" actId="1076"/>
          <ac:spMkLst>
            <pc:docMk/>
            <pc:sldMk cId="1156705521" sldId="271"/>
            <ac:spMk id="11" creationId="{9C184AFF-88C7-1B31-16E9-E1FBCB32CBEF}"/>
          </ac:spMkLst>
        </pc:spChg>
        <pc:spChg chg="add mod">
          <ac:chgData name="지연 유" userId="7f6c3038750027d8" providerId="LiveId" clId="{70CF755A-92A8-4F67-A2DF-408182EC858C}" dt="2025-12-07T11:52:31.009" v="11396"/>
          <ac:spMkLst>
            <pc:docMk/>
            <pc:sldMk cId="1156705521" sldId="271"/>
            <ac:spMk id="13" creationId="{019ECA9E-0760-63F6-3194-93DD62610E95}"/>
          </ac:spMkLst>
        </pc:spChg>
        <pc:spChg chg="add mod">
          <ac:chgData name="지연 유" userId="7f6c3038750027d8" providerId="LiveId" clId="{70CF755A-92A8-4F67-A2DF-408182EC858C}" dt="2025-12-07T11:52:38.535" v="11400"/>
          <ac:spMkLst>
            <pc:docMk/>
            <pc:sldMk cId="1156705521" sldId="271"/>
            <ac:spMk id="14" creationId="{A43F5088-C7D4-48CD-94DB-10139D68ECA5}"/>
          </ac:spMkLst>
        </pc:spChg>
        <pc:graphicFrameChg chg="del">
          <ac:chgData name="지연 유" userId="7f6c3038750027d8" providerId="LiveId" clId="{70CF755A-92A8-4F67-A2DF-408182EC858C}" dt="2025-12-07T08:16:51.740" v="8164" actId="478"/>
          <ac:graphicFrameMkLst>
            <pc:docMk/>
            <pc:sldMk cId="1156705521" sldId="271"/>
            <ac:graphicFrameMk id="6" creationId="{CA2C33AE-61AD-8A6F-EC78-1FDA96A7B9E9}"/>
          </ac:graphicFrameMkLst>
        </pc:graphicFrameChg>
        <pc:graphicFrameChg chg="mod modGraphic">
          <ac:chgData name="지연 유" userId="7f6c3038750027d8" providerId="LiveId" clId="{70CF755A-92A8-4F67-A2DF-408182EC858C}" dt="2025-12-07T14:50:46.278" v="14976" actId="2165"/>
          <ac:graphicFrameMkLst>
            <pc:docMk/>
            <pc:sldMk cId="1156705521" sldId="271"/>
            <ac:graphicFrameMk id="12" creationId="{D36A2284-2139-C577-CE1F-9B85E3EF65CF}"/>
          </ac:graphicFrameMkLst>
        </pc:graphicFrameChg>
      </pc:sldChg>
      <pc:sldChg chg="add del">
        <pc:chgData name="지연 유" userId="7f6c3038750027d8" providerId="LiveId" clId="{70CF755A-92A8-4F67-A2DF-408182EC858C}" dt="2025-12-06T12:50:22.740" v="7794" actId="47"/>
        <pc:sldMkLst>
          <pc:docMk/>
          <pc:sldMk cId="2988384282" sldId="271"/>
        </pc:sldMkLst>
      </pc:sldChg>
      <pc:sldChg chg="addSp delSp modSp add mod">
        <pc:chgData name="지연 유" userId="7f6c3038750027d8" providerId="LiveId" clId="{70CF755A-92A8-4F67-A2DF-408182EC858C}" dt="2025-12-07T13:21:21.347" v="12457" actId="14100"/>
        <pc:sldMkLst>
          <pc:docMk/>
          <pc:sldMk cId="3696125950" sldId="272"/>
        </pc:sldMkLst>
        <pc:spChg chg="mod">
          <ac:chgData name="지연 유" userId="7f6c3038750027d8" providerId="LiveId" clId="{70CF755A-92A8-4F67-A2DF-408182EC858C}" dt="2025-12-07T11:58:10.204" v="11462" actId="255"/>
          <ac:spMkLst>
            <pc:docMk/>
            <pc:sldMk cId="3696125950" sldId="272"/>
            <ac:spMk id="2" creationId="{FA9062E1-7419-8AA2-1FDC-011EAD16DDA7}"/>
          </ac:spMkLst>
        </pc:spChg>
        <pc:spChg chg="mod">
          <ac:chgData name="지연 유" userId="7f6c3038750027d8" providerId="LiveId" clId="{70CF755A-92A8-4F67-A2DF-408182EC858C}" dt="2025-12-07T13:21:21.347" v="12457" actId="14100"/>
          <ac:spMkLst>
            <pc:docMk/>
            <pc:sldMk cId="3696125950" sldId="272"/>
            <ac:spMk id="3" creationId="{E92CE1FD-7E70-C9EA-C745-C0CFCADD0634}"/>
          </ac:spMkLst>
        </pc:spChg>
        <pc:spChg chg="mod">
          <ac:chgData name="지연 유" userId="7f6c3038750027d8" providerId="LiveId" clId="{70CF755A-92A8-4F67-A2DF-408182EC858C}" dt="2025-12-07T11:58:22.425" v="11464" actId="1076"/>
          <ac:spMkLst>
            <pc:docMk/>
            <pc:sldMk cId="3696125950" sldId="272"/>
            <ac:spMk id="5" creationId="{419D1100-1320-5334-F337-A70ABF934E52}"/>
          </ac:spMkLst>
        </pc:spChg>
        <pc:spChg chg="add mod">
          <ac:chgData name="지연 유" userId="7f6c3038750027d8" providerId="LiveId" clId="{70CF755A-92A8-4F67-A2DF-408182EC858C}" dt="2025-12-07T13:20:59.063" v="12451"/>
          <ac:spMkLst>
            <pc:docMk/>
            <pc:sldMk cId="3696125950" sldId="272"/>
            <ac:spMk id="6" creationId="{F6E99F73-28DA-DCE5-5D57-CE6F43F67F05}"/>
          </ac:spMkLst>
        </pc:spChg>
        <pc:spChg chg="add del mod">
          <ac:chgData name="지연 유" userId="7f6c3038750027d8" providerId="LiveId" clId="{70CF755A-92A8-4F67-A2DF-408182EC858C}" dt="2025-12-07T11:58:24.095" v="11465" actId="478"/>
          <ac:spMkLst>
            <pc:docMk/>
            <pc:sldMk cId="3696125950" sldId="272"/>
            <ac:spMk id="7" creationId="{12C4BC5F-6D45-FBEC-5A8E-61FF70BF5478}"/>
          </ac:spMkLst>
        </pc:spChg>
        <pc:spChg chg="mod">
          <ac:chgData name="지연 유" userId="7f6c3038750027d8" providerId="LiveId" clId="{70CF755A-92A8-4F67-A2DF-408182EC858C}" dt="2025-12-07T13:04:45.958" v="12123" actId="1076"/>
          <ac:spMkLst>
            <pc:docMk/>
            <pc:sldMk cId="3696125950" sldId="272"/>
            <ac:spMk id="8" creationId="{57284B53-BFC2-842B-6AE8-5F66624AD497}"/>
          </ac:spMkLst>
        </pc:spChg>
        <pc:graphicFrameChg chg="del">
          <ac:chgData name="지연 유" userId="7f6c3038750027d8" providerId="LiveId" clId="{70CF755A-92A8-4F67-A2DF-408182EC858C}" dt="2025-12-07T08:28:08.064" v="8865" actId="478"/>
          <ac:graphicFrameMkLst>
            <pc:docMk/>
            <pc:sldMk cId="3696125950" sldId="272"/>
            <ac:graphicFrameMk id="10" creationId="{6D1DE674-785C-ACDD-6B53-2DFC31A07706}"/>
          </ac:graphicFrameMkLst>
        </pc:graphicFrameChg>
        <pc:graphicFrameChg chg="add del mod modGraphic">
          <ac:chgData name="지연 유" userId="7f6c3038750027d8" providerId="LiveId" clId="{70CF755A-92A8-4F67-A2DF-408182EC858C}" dt="2025-12-07T13:03:38.938" v="12069" actId="478"/>
          <ac:graphicFrameMkLst>
            <pc:docMk/>
            <pc:sldMk cId="3696125950" sldId="272"/>
            <ac:graphicFrameMk id="10" creationId="{D7740CB4-3EFF-6243-08B1-A652CF1E3194}"/>
          </ac:graphicFrameMkLst>
        </pc:graphicFrameChg>
        <pc:cxnChg chg="mod">
          <ac:chgData name="지연 유" userId="7f6c3038750027d8" providerId="LiveId" clId="{70CF755A-92A8-4F67-A2DF-408182EC858C}" dt="2025-12-07T13:21:19.131" v="12455" actId="1076"/>
          <ac:cxnSpMkLst>
            <pc:docMk/>
            <pc:sldMk cId="3696125950" sldId="272"/>
            <ac:cxnSpMk id="9" creationId="{E85A7813-38AD-29BF-1672-0865B8D4F7DC}"/>
          </ac:cxnSpMkLst>
        </pc:cxnChg>
      </pc:sldChg>
      <pc:sldChg chg="addSp delSp modSp add mod">
        <pc:chgData name="지연 유" userId="7f6c3038750027d8" providerId="LiveId" clId="{70CF755A-92A8-4F67-A2DF-408182EC858C}" dt="2025-12-07T13:48:17.416" v="13293" actId="207"/>
        <pc:sldMkLst>
          <pc:docMk/>
          <pc:sldMk cId="1496497414" sldId="273"/>
        </pc:sldMkLst>
        <pc:spChg chg="add del mod">
          <ac:chgData name="지연 유" userId="7f6c3038750027d8" providerId="LiveId" clId="{70CF755A-92A8-4F67-A2DF-408182EC858C}" dt="2025-12-07T13:22:17.453" v="12494" actId="1076"/>
          <ac:spMkLst>
            <pc:docMk/>
            <pc:sldMk cId="1496497414" sldId="273"/>
            <ac:spMk id="2" creationId="{2BAC95BD-308F-6FED-1B2E-68513A55B9D0}"/>
          </ac:spMkLst>
        </pc:spChg>
        <pc:spChg chg="add del mod">
          <ac:chgData name="지연 유" userId="7f6c3038750027d8" providerId="LiveId" clId="{70CF755A-92A8-4F67-A2DF-408182EC858C}" dt="2025-12-07T13:22:17.453" v="12494" actId="1076"/>
          <ac:spMkLst>
            <pc:docMk/>
            <pc:sldMk cId="1496497414" sldId="273"/>
            <ac:spMk id="3" creationId="{651A6DF4-AE54-DB47-A1CF-D1901265D79B}"/>
          </ac:spMkLst>
        </pc:spChg>
        <pc:spChg chg="add del mod">
          <ac:chgData name="지연 유" userId="7f6c3038750027d8" providerId="LiveId" clId="{70CF755A-92A8-4F67-A2DF-408182EC858C}" dt="2025-12-07T13:22:17.453" v="12494" actId="1076"/>
          <ac:spMkLst>
            <pc:docMk/>
            <pc:sldMk cId="1496497414" sldId="273"/>
            <ac:spMk id="4" creationId="{F2CB30E2-965A-7852-F7E0-059BC375DF3B}"/>
          </ac:spMkLst>
        </pc:spChg>
        <pc:spChg chg="add del mod">
          <ac:chgData name="지연 유" userId="7f6c3038750027d8" providerId="LiveId" clId="{70CF755A-92A8-4F67-A2DF-408182EC858C}" dt="2025-12-07T13:22:17.453" v="12494" actId="1076"/>
          <ac:spMkLst>
            <pc:docMk/>
            <pc:sldMk cId="1496497414" sldId="273"/>
            <ac:spMk id="5" creationId="{FEAE3A0C-2A4F-2605-809D-6A3DAD7024D6}"/>
          </ac:spMkLst>
        </pc:spChg>
        <pc:spChg chg="del">
          <ac:chgData name="지연 유" userId="7f6c3038750027d8" providerId="LiveId" clId="{70CF755A-92A8-4F67-A2DF-408182EC858C}" dt="2025-12-07T13:22:03.864" v="12488" actId="478"/>
          <ac:spMkLst>
            <pc:docMk/>
            <pc:sldMk cId="1496497414" sldId="273"/>
            <ac:spMk id="6" creationId="{7D891451-F7C6-1CA2-4E90-7E993668F9CE}"/>
          </ac:spMkLst>
        </pc:spChg>
        <pc:spChg chg="del">
          <ac:chgData name="지연 유" userId="7f6c3038750027d8" providerId="LiveId" clId="{70CF755A-92A8-4F67-A2DF-408182EC858C}" dt="2025-12-07T13:22:04.861" v="12489" actId="478"/>
          <ac:spMkLst>
            <pc:docMk/>
            <pc:sldMk cId="1496497414" sldId="273"/>
            <ac:spMk id="8" creationId="{663ACCC6-BFC0-4C38-75CB-B9F7F2F9FD4C}"/>
          </ac:spMkLst>
        </pc:spChg>
        <pc:spChg chg="add del mod">
          <ac:chgData name="지연 유" userId="7f6c3038750027d8" providerId="LiveId" clId="{70CF755A-92A8-4F67-A2DF-408182EC858C}" dt="2025-12-07T13:22:14.272" v="12493" actId="21"/>
          <ac:spMkLst>
            <pc:docMk/>
            <pc:sldMk cId="1496497414" sldId="273"/>
            <ac:spMk id="11" creationId="{36F55DFA-B9E1-4DF7-C285-2A92DFEF72D2}"/>
          </ac:spMkLst>
        </pc:spChg>
        <pc:spChg chg="add del mod">
          <ac:chgData name="지연 유" userId="7f6c3038750027d8" providerId="LiveId" clId="{70CF755A-92A8-4F67-A2DF-408182EC858C}" dt="2025-12-07T13:22:14.272" v="12493" actId="21"/>
          <ac:spMkLst>
            <pc:docMk/>
            <pc:sldMk cId="1496497414" sldId="273"/>
            <ac:spMk id="13" creationId="{63EA8E86-35FF-3BD9-6E1A-90ABE6132044}"/>
          </ac:spMkLst>
        </pc:spChg>
        <pc:spChg chg="add del mod">
          <ac:chgData name="지연 유" userId="7f6c3038750027d8" providerId="LiveId" clId="{70CF755A-92A8-4F67-A2DF-408182EC858C}" dt="2025-12-07T13:40:11.274" v="13216" actId="478"/>
          <ac:spMkLst>
            <pc:docMk/>
            <pc:sldMk cId="1496497414" sldId="273"/>
            <ac:spMk id="15" creationId="{AF8CE34E-6CBD-5FC6-EDB9-AE72B1B7B106}"/>
          </ac:spMkLst>
        </pc:spChg>
        <pc:spChg chg="add mod">
          <ac:chgData name="지연 유" userId="7f6c3038750027d8" providerId="LiveId" clId="{70CF755A-92A8-4F67-A2DF-408182EC858C}" dt="2025-12-07T13:44:44.938" v="13259" actId="552"/>
          <ac:spMkLst>
            <pc:docMk/>
            <pc:sldMk cId="1496497414" sldId="273"/>
            <ac:spMk id="20" creationId="{AAA03158-54A5-C51F-D11B-854BEC1B4DEE}"/>
          </ac:spMkLst>
        </pc:spChg>
        <pc:spChg chg="add mod">
          <ac:chgData name="지연 유" userId="7f6c3038750027d8" providerId="LiveId" clId="{70CF755A-92A8-4F67-A2DF-408182EC858C}" dt="2025-12-07T13:47:10.759" v="13276" actId="207"/>
          <ac:spMkLst>
            <pc:docMk/>
            <pc:sldMk cId="1496497414" sldId="273"/>
            <ac:spMk id="24" creationId="{C77E4D11-46B9-6BF4-F494-D85E0E927021}"/>
          </ac:spMkLst>
        </pc:spChg>
        <pc:spChg chg="add mod">
          <ac:chgData name="지연 유" userId="7f6c3038750027d8" providerId="LiveId" clId="{70CF755A-92A8-4F67-A2DF-408182EC858C}" dt="2025-12-07T13:48:17.416" v="13293" actId="207"/>
          <ac:spMkLst>
            <pc:docMk/>
            <pc:sldMk cId="1496497414" sldId="273"/>
            <ac:spMk id="26" creationId="{5CD594A9-BC2B-E34C-75DC-379E3D1671A0}"/>
          </ac:spMkLst>
        </pc:spChg>
        <pc:spChg chg="add mod">
          <ac:chgData name="지연 유" userId="7f6c3038750027d8" providerId="LiveId" clId="{70CF755A-92A8-4F67-A2DF-408182EC858C}" dt="2025-12-07T13:44:48.060" v="13260" actId="14100"/>
          <ac:spMkLst>
            <pc:docMk/>
            <pc:sldMk cId="1496497414" sldId="273"/>
            <ac:spMk id="28" creationId="{55D453A3-802A-669E-C480-36FBCF4C96C7}"/>
          </ac:spMkLst>
        </pc:spChg>
        <pc:graphicFrameChg chg="add del mod">
          <ac:chgData name="지연 유" userId="7f6c3038750027d8" providerId="LiveId" clId="{70CF755A-92A8-4F67-A2DF-408182EC858C}" dt="2025-12-07T13:22:17.453" v="12494" actId="1076"/>
          <ac:graphicFrameMkLst>
            <pc:docMk/>
            <pc:sldMk cId="1496497414" sldId="273"/>
            <ac:graphicFrameMk id="7" creationId="{FE1DBC75-3CB6-C2BF-1C17-7D0DAD348AF1}"/>
          </ac:graphicFrameMkLst>
        </pc:graphicFrameChg>
        <pc:graphicFrameChg chg="add mod modGraphic">
          <ac:chgData name="지연 유" userId="7f6c3038750027d8" providerId="LiveId" clId="{70CF755A-92A8-4F67-A2DF-408182EC858C}" dt="2025-12-07T13:44:26.483" v="13254" actId="1076"/>
          <ac:graphicFrameMkLst>
            <pc:docMk/>
            <pc:sldMk cId="1496497414" sldId="273"/>
            <ac:graphicFrameMk id="18" creationId="{452EA80F-87DE-2BBC-B784-BE07A68E238D}"/>
          </ac:graphicFrameMkLst>
        </pc:graphicFrameChg>
        <pc:picChg chg="add mod">
          <ac:chgData name="지연 유" userId="7f6c3038750027d8" providerId="LiveId" clId="{70CF755A-92A8-4F67-A2DF-408182EC858C}" dt="2025-12-07T13:46:41.992" v="13274" actId="14100"/>
          <ac:picMkLst>
            <pc:docMk/>
            <pc:sldMk cId="1496497414" sldId="273"/>
            <ac:picMk id="22" creationId="{F731B532-8212-3FC4-12C5-43E7198F22DC}"/>
          </ac:picMkLst>
        </pc:picChg>
        <pc:picChg chg="add mod">
          <ac:chgData name="지연 유" userId="7f6c3038750027d8" providerId="LiveId" clId="{70CF755A-92A8-4F67-A2DF-408182EC858C}" dt="2025-12-07T13:46:31.892" v="13271" actId="1076"/>
          <ac:picMkLst>
            <pc:docMk/>
            <pc:sldMk cId="1496497414" sldId="273"/>
            <ac:picMk id="30" creationId="{58E88105-298A-2E43-5FF2-C01E7477D5C5}"/>
          </ac:picMkLst>
        </pc:picChg>
        <pc:cxnChg chg="add del mod">
          <ac:chgData name="지연 유" userId="7f6c3038750027d8" providerId="LiveId" clId="{70CF755A-92A8-4F67-A2DF-408182EC858C}" dt="2025-12-07T13:22:17.453" v="12494" actId="1076"/>
          <ac:cxnSpMkLst>
            <pc:docMk/>
            <pc:sldMk cId="1496497414" sldId="273"/>
            <ac:cxnSpMk id="9" creationId="{308ABE06-4884-D673-C363-CF61F2F45638}"/>
          </ac:cxnSpMkLst>
        </pc:cxnChg>
        <pc:cxnChg chg="add del mod">
          <ac:chgData name="지연 유" userId="7f6c3038750027d8" providerId="LiveId" clId="{70CF755A-92A8-4F67-A2DF-408182EC858C}" dt="2025-12-07T13:45:36.840" v="13269" actId="478"/>
          <ac:cxnSpMkLst>
            <pc:docMk/>
            <pc:sldMk cId="1496497414" sldId="273"/>
            <ac:cxnSpMk id="32" creationId="{164A7EAE-7712-8BF5-56AB-23654D013F6E}"/>
          </ac:cxnSpMkLst>
        </pc:cxnChg>
      </pc:sldChg>
      <pc:sldChg chg="addSp delSp modSp add mod">
        <pc:chgData name="지연 유" userId="7f6c3038750027d8" providerId="LiveId" clId="{70CF755A-92A8-4F67-A2DF-408182EC858C}" dt="2025-12-07T14:01:30.681" v="13974" actId="1076"/>
        <pc:sldMkLst>
          <pc:docMk/>
          <pc:sldMk cId="4162898502" sldId="274"/>
        </pc:sldMkLst>
        <pc:spChg chg="mod">
          <ac:chgData name="지연 유" userId="7f6c3038750027d8" providerId="LiveId" clId="{70CF755A-92A8-4F67-A2DF-408182EC858C}" dt="2025-12-07T13:48:56.403" v="13316" actId="20577"/>
          <ac:spMkLst>
            <pc:docMk/>
            <pc:sldMk cId="4162898502" sldId="274"/>
            <ac:spMk id="3" creationId="{8ECC8CBE-9DCD-7D04-79CC-89CDCD117D5C}"/>
          </ac:spMkLst>
        </pc:spChg>
        <pc:spChg chg="add mod">
          <ac:chgData name="지연 유" userId="7f6c3038750027d8" providerId="LiveId" clId="{70CF755A-92A8-4F67-A2DF-408182EC858C}" dt="2025-12-07T13:58:35.668" v="13747" actId="14100"/>
          <ac:spMkLst>
            <pc:docMk/>
            <pc:sldMk cId="4162898502" sldId="274"/>
            <ac:spMk id="6" creationId="{9FF78A70-3B07-8B5D-0A9A-9BC1B67E3673}"/>
          </ac:spMkLst>
        </pc:spChg>
        <pc:spChg chg="del">
          <ac:chgData name="지연 유" userId="7f6c3038750027d8" providerId="LiveId" clId="{70CF755A-92A8-4F67-A2DF-408182EC858C}" dt="2025-12-07T13:48:58.848" v="13317" actId="478"/>
          <ac:spMkLst>
            <pc:docMk/>
            <pc:sldMk cId="4162898502" sldId="274"/>
            <ac:spMk id="20" creationId="{0D88034F-0E9B-DC81-9192-2D0FA162E950}"/>
          </ac:spMkLst>
        </pc:spChg>
        <pc:spChg chg="del">
          <ac:chgData name="지연 유" userId="7f6c3038750027d8" providerId="LiveId" clId="{70CF755A-92A8-4F67-A2DF-408182EC858C}" dt="2025-12-07T13:48:58.848" v="13317" actId="478"/>
          <ac:spMkLst>
            <pc:docMk/>
            <pc:sldMk cId="4162898502" sldId="274"/>
            <ac:spMk id="24" creationId="{88D77409-2991-CE2E-F22F-C08F06D94D67}"/>
          </ac:spMkLst>
        </pc:spChg>
        <pc:spChg chg="del">
          <ac:chgData name="지연 유" userId="7f6c3038750027d8" providerId="LiveId" clId="{70CF755A-92A8-4F67-A2DF-408182EC858C}" dt="2025-12-07T13:48:58.848" v="13317" actId="478"/>
          <ac:spMkLst>
            <pc:docMk/>
            <pc:sldMk cId="4162898502" sldId="274"/>
            <ac:spMk id="26" creationId="{8FB1C16A-7EFD-F83B-BDDB-5D35F84647BD}"/>
          </ac:spMkLst>
        </pc:spChg>
        <pc:spChg chg="del">
          <ac:chgData name="지연 유" userId="7f6c3038750027d8" providerId="LiveId" clId="{70CF755A-92A8-4F67-A2DF-408182EC858C}" dt="2025-12-07T13:48:58.848" v="13317" actId="478"/>
          <ac:spMkLst>
            <pc:docMk/>
            <pc:sldMk cId="4162898502" sldId="274"/>
            <ac:spMk id="28" creationId="{CD623AA4-24E5-AD15-CB46-D22F9D91A41A}"/>
          </ac:spMkLst>
        </pc:spChg>
        <pc:graphicFrameChg chg="add mod modGraphic">
          <ac:chgData name="지연 유" userId="7f6c3038750027d8" providerId="LiveId" clId="{70CF755A-92A8-4F67-A2DF-408182EC858C}" dt="2025-12-07T14:01:30.681" v="13974" actId="1076"/>
          <ac:graphicFrameMkLst>
            <pc:docMk/>
            <pc:sldMk cId="4162898502" sldId="274"/>
            <ac:graphicFrameMk id="7" creationId="{789A5988-F479-D862-36A4-485B733EA69C}"/>
          </ac:graphicFrameMkLst>
        </pc:graphicFrameChg>
        <pc:graphicFrameChg chg="del mod">
          <ac:chgData name="지연 유" userId="7f6c3038750027d8" providerId="LiveId" clId="{70CF755A-92A8-4F67-A2DF-408182EC858C}" dt="2025-12-07T13:49:03.373" v="13321" actId="478"/>
          <ac:graphicFrameMkLst>
            <pc:docMk/>
            <pc:sldMk cId="4162898502" sldId="274"/>
            <ac:graphicFrameMk id="18" creationId="{8E5F2154-FCE7-8747-06AB-BDFBF9D9EB96}"/>
          </ac:graphicFrameMkLst>
        </pc:graphicFrameChg>
        <pc:picChg chg="del">
          <ac:chgData name="지연 유" userId="7f6c3038750027d8" providerId="LiveId" clId="{70CF755A-92A8-4F67-A2DF-408182EC858C}" dt="2025-12-07T13:48:59.857" v="13319" actId="478"/>
          <ac:picMkLst>
            <pc:docMk/>
            <pc:sldMk cId="4162898502" sldId="274"/>
            <ac:picMk id="22" creationId="{9757E6AE-C965-6C36-139D-10E65C4A5D2C}"/>
          </ac:picMkLst>
        </pc:picChg>
        <pc:picChg chg="del">
          <ac:chgData name="지연 유" userId="7f6c3038750027d8" providerId="LiveId" clId="{70CF755A-92A8-4F67-A2DF-408182EC858C}" dt="2025-12-07T13:48:59.408" v="13318" actId="478"/>
          <ac:picMkLst>
            <pc:docMk/>
            <pc:sldMk cId="4162898502" sldId="274"/>
            <ac:picMk id="30" creationId="{07B4E843-BBB1-5AB4-4194-B22311EAFD3D}"/>
          </ac:picMkLst>
        </pc:picChg>
      </pc:sldChg>
      <pc:sldChg chg="addSp delSp modSp add mod">
        <pc:chgData name="지연 유" userId="7f6c3038750027d8" providerId="LiveId" clId="{70CF755A-92A8-4F67-A2DF-408182EC858C}" dt="2025-12-07T14:35:35.062" v="14747"/>
        <pc:sldMkLst>
          <pc:docMk/>
          <pc:sldMk cId="405439261" sldId="275"/>
        </pc:sldMkLst>
        <pc:spChg chg="mod">
          <ac:chgData name="지연 유" userId="7f6c3038750027d8" providerId="LiveId" clId="{70CF755A-92A8-4F67-A2DF-408182EC858C}" dt="2025-12-07T14:10:39.096" v="14143" actId="20577"/>
          <ac:spMkLst>
            <pc:docMk/>
            <pc:sldMk cId="405439261" sldId="275"/>
            <ac:spMk id="2" creationId="{A5736FA1-3B0E-5BA6-9E7D-AABB7B5AC22B}"/>
          </ac:spMkLst>
        </pc:spChg>
        <pc:spChg chg="mod">
          <ac:chgData name="지연 유" userId="7f6c3038750027d8" providerId="LiveId" clId="{70CF755A-92A8-4F67-A2DF-408182EC858C}" dt="2025-12-07T14:11:17.540" v="14192" actId="20577"/>
          <ac:spMkLst>
            <pc:docMk/>
            <pc:sldMk cId="405439261" sldId="275"/>
            <ac:spMk id="3" creationId="{7546C646-1521-DFEF-A932-5AE3ED23B05C}"/>
          </ac:spMkLst>
        </pc:spChg>
        <pc:spChg chg="del">
          <ac:chgData name="지연 유" userId="7f6c3038750027d8" providerId="LiveId" clId="{70CF755A-92A8-4F67-A2DF-408182EC858C}" dt="2025-12-07T14:10:51.847" v="14147" actId="478"/>
          <ac:spMkLst>
            <pc:docMk/>
            <pc:sldMk cId="405439261" sldId="275"/>
            <ac:spMk id="5" creationId="{C44879C3-AED4-BCB2-9A59-36C146422B80}"/>
          </ac:spMkLst>
        </pc:spChg>
        <pc:spChg chg="mod">
          <ac:chgData name="지연 유" userId="7f6c3038750027d8" providerId="LiveId" clId="{70CF755A-92A8-4F67-A2DF-408182EC858C}" dt="2025-12-07T14:34:37.484" v="14729" actId="20577"/>
          <ac:spMkLst>
            <pc:docMk/>
            <pc:sldMk cId="405439261" sldId="275"/>
            <ac:spMk id="6" creationId="{24F149FB-280F-14D2-9944-51D63B801FC7}"/>
          </ac:spMkLst>
        </pc:spChg>
        <pc:spChg chg="add mod">
          <ac:chgData name="지연 유" userId="7f6c3038750027d8" providerId="LiveId" clId="{70CF755A-92A8-4F67-A2DF-408182EC858C}" dt="2025-12-07T14:10:50.344" v="14146" actId="14100"/>
          <ac:spMkLst>
            <pc:docMk/>
            <pc:sldMk cId="405439261" sldId="275"/>
            <ac:spMk id="8" creationId="{5AF5DD0D-D4C7-87D0-B0E7-CDF74162BF71}"/>
          </ac:spMkLst>
        </pc:spChg>
        <pc:spChg chg="add mod">
          <ac:chgData name="지연 유" userId="7f6c3038750027d8" providerId="LiveId" clId="{70CF755A-92A8-4F67-A2DF-408182EC858C}" dt="2025-12-07T14:22:38.025" v="14494" actId="552"/>
          <ac:spMkLst>
            <pc:docMk/>
            <pc:sldMk cId="405439261" sldId="275"/>
            <ac:spMk id="11" creationId="{47389E1E-5BD7-4ED2-A623-50EBAC2E7DC2}"/>
          </ac:spMkLst>
        </pc:spChg>
        <pc:spChg chg="add mod">
          <ac:chgData name="지연 유" userId="7f6c3038750027d8" providerId="LiveId" clId="{70CF755A-92A8-4F67-A2DF-408182EC858C}" dt="2025-12-07T14:35:35.062" v="14747"/>
          <ac:spMkLst>
            <pc:docMk/>
            <pc:sldMk cId="405439261" sldId="275"/>
            <ac:spMk id="13" creationId="{A555DDD2-3FF0-EDC6-CFEE-911B327D061A}"/>
          </ac:spMkLst>
        </pc:spChg>
        <pc:spChg chg="add del mod">
          <ac:chgData name="지연 유" userId="7f6c3038750027d8" providerId="LiveId" clId="{70CF755A-92A8-4F67-A2DF-408182EC858C}" dt="2025-12-07T14:16:22.896" v="14310" actId="478"/>
          <ac:spMkLst>
            <pc:docMk/>
            <pc:sldMk cId="405439261" sldId="275"/>
            <ac:spMk id="14" creationId="{1B7E39E1-12B6-B8B7-5F05-68F99932F66D}"/>
          </ac:spMkLst>
        </pc:spChg>
        <pc:graphicFrameChg chg="del">
          <ac:chgData name="지연 유" userId="7f6c3038750027d8" providerId="LiveId" clId="{70CF755A-92A8-4F67-A2DF-408182EC858C}" dt="2025-12-07T14:15:10.424" v="14300" actId="478"/>
          <ac:graphicFrameMkLst>
            <pc:docMk/>
            <pc:sldMk cId="405439261" sldId="275"/>
            <ac:graphicFrameMk id="7" creationId="{9E33502E-C02B-F43B-846F-4042AC0992A7}"/>
          </ac:graphicFrameMkLst>
        </pc:graphicFrameChg>
      </pc:sldChg>
      <pc:sldChg chg="addSp delSp modSp add mod">
        <pc:chgData name="지연 유" userId="7f6c3038750027d8" providerId="LiveId" clId="{70CF755A-92A8-4F67-A2DF-408182EC858C}" dt="2025-12-07T14:51:27.229" v="15097" actId="20577"/>
        <pc:sldMkLst>
          <pc:docMk/>
          <pc:sldMk cId="2010764867" sldId="276"/>
        </pc:sldMkLst>
        <pc:spChg chg="mod">
          <ac:chgData name="지연 유" userId="7f6c3038750027d8" providerId="LiveId" clId="{70CF755A-92A8-4F67-A2DF-408182EC858C}" dt="2025-12-07T14:45:12.973" v="14842" actId="207"/>
          <ac:spMkLst>
            <pc:docMk/>
            <pc:sldMk cId="2010764867" sldId="276"/>
            <ac:spMk id="3" creationId="{6B3B94BA-D92F-AC32-6F75-AE353DC31881}"/>
          </ac:spMkLst>
        </pc:spChg>
        <pc:spChg chg="del mod">
          <ac:chgData name="지연 유" userId="7f6c3038750027d8" providerId="LiveId" clId="{70CF755A-92A8-4F67-A2DF-408182EC858C}" dt="2025-12-07T14:43:24.884" v="14779" actId="478"/>
          <ac:spMkLst>
            <pc:docMk/>
            <pc:sldMk cId="2010764867" sldId="276"/>
            <ac:spMk id="6" creationId="{DC1EC6E0-0780-1810-971D-24F8B898A7BC}"/>
          </ac:spMkLst>
        </pc:spChg>
        <pc:spChg chg="add del mod">
          <ac:chgData name="지연 유" userId="7f6c3038750027d8" providerId="LiveId" clId="{70CF755A-92A8-4F67-A2DF-408182EC858C}" dt="2025-12-07T14:34:27.366" v="14726" actId="478"/>
          <ac:spMkLst>
            <pc:docMk/>
            <pc:sldMk cId="2010764867" sldId="276"/>
            <ac:spMk id="7" creationId="{A6DFBF2B-F160-CB84-6719-6C194420DFB5}"/>
          </ac:spMkLst>
        </pc:spChg>
        <pc:spChg chg="del mod">
          <ac:chgData name="지연 유" userId="7f6c3038750027d8" providerId="LiveId" clId="{70CF755A-92A8-4F67-A2DF-408182EC858C}" dt="2025-12-07T14:43:50.988" v="14825" actId="478"/>
          <ac:spMkLst>
            <pc:docMk/>
            <pc:sldMk cId="2010764867" sldId="276"/>
            <ac:spMk id="11" creationId="{E190E03B-351D-B365-6DD3-5C35D3CE4831}"/>
          </ac:spMkLst>
        </pc:spChg>
        <pc:spChg chg="del mod">
          <ac:chgData name="지연 유" userId="7f6c3038750027d8" providerId="LiveId" clId="{70CF755A-92A8-4F67-A2DF-408182EC858C}" dt="2025-12-07T14:43:29.609" v="14781" actId="478"/>
          <ac:spMkLst>
            <pc:docMk/>
            <pc:sldMk cId="2010764867" sldId="276"/>
            <ac:spMk id="13" creationId="{328D2E18-AC39-EECC-4C1E-DFAEDF651F0F}"/>
          </ac:spMkLst>
        </pc:spChg>
        <pc:spChg chg="add mod">
          <ac:chgData name="지연 유" userId="7f6c3038750027d8" providerId="LiveId" clId="{70CF755A-92A8-4F67-A2DF-408182EC858C}" dt="2025-12-07T14:51:27.229" v="15097" actId="20577"/>
          <ac:spMkLst>
            <pc:docMk/>
            <pc:sldMk cId="2010764867" sldId="276"/>
            <ac:spMk id="17" creationId="{1000618E-54AD-E932-C2A5-FDE30F5162C6}"/>
          </ac:spMkLst>
        </pc:spChg>
        <pc:picChg chg="add mod">
          <ac:chgData name="지연 유" userId="7f6c3038750027d8" providerId="LiveId" clId="{70CF755A-92A8-4F67-A2DF-408182EC858C}" dt="2025-12-07T14:50:56.843" v="14977" actId="1076"/>
          <ac:picMkLst>
            <pc:docMk/>
            <pc:sldMk cId="2010764867" sldId="276"/>
            <ac:picMk id="12" creationId="{D27AC2FB-DD4A-7E2E-8252-DCF0493BA96F}"/>
          </ac:picMkLst>
        </pc:picChg>
        <pc:picChg chg="add mod">
          <ac:chgData name="지연 유" userId="7f6c3038750027d8" providerId="LiveId" clId="{70CF755A-92A8-4F67-A2DF-408182EC858C}" dt="2025-12-07T14:50:56.843" v="14977" actId="1076"/>
          <ac:picMkLst>
            <pc:docMk/>
            <pc:sldMk cId="2010764867" sldId="276"/>
            <ac:picMk id="15" creationId="{47158881-D4CF-76F6-ACD4-463AE0D7F241}"/>
          </ac:picMkLst>
        </pc:picChg>
      </pc:sldChg>
      <pc:sldChg chg="addSp delSp modSp add mod">
        <pc:chgData name="지연 유" userId="7f6c3038750027d8" providerId="LiveId" clId="{70CF755A-92A8-4F67-A2DF-408182EC858C}" dt="2025-12-07T14:52:15.348" v="15121" actId="478"/>
        <pc:sldMkLst>
          <pc:docMk/>
          <pc:sldMk cId="2491060829" sldId="277"/>
        </pc:sldMkLst>
        <pc:spChg chg="add del mod">
          <ac:chgData name="지연 유" userId="7f6c3038750027d8" providerId="LiveId" clId="{70CF755A-92A8-4F67-A2DF-408182EC858C}" dt="2025-12-07T14:52:07.630" v="15120" actId="478"/>
          <ac:spMkLst>
            <pc:docMk/>
            <pc:sldMk cId="2491060829" sldId="277"/>
            <ac:spMk id="2" creationId="{6B952F7A-6950-AF39-B814-BD9A39C8353D}"/>
          </ac:spMkLst>
        </pc:spChg>
        <pc:spChg chg="del mod">
          <ac:chgData name="지연 유" userId="7f6c3038750027d8" providerId="LiveId" clId="{70CF755A-92A8-4F67-A2DF-408182EC858C}" dt="2025-12-07T14:52:15.348" v="15121" actId="478"/>
          <ac:spMkLst>
            <pc:docMk/>
            <pc:sldMk cId="2491060829" sldId="277"/>
            <ac:spMk id="7" creationId="{49C77AEB-1F9C-E608-ECCF-035690F89ADE}"/>
          </ac:spMkLst>
        </pc:spChg>
        <pc:spChg chg="mod">
          <ac:chgData name="지연 유" userId="7f6c3038750027d8" providerId="LiveId" clId="{70CF755A-92A8-4F67-A2DF-408182EC858C}" dt="2025-12-07T14:51:54.970" v="15116" actId="20577"/>
          <ac:spMkLst>
            <pc:docMk/>
            <pc:sldMk cId="2491060829" sldId="277"/>
            <ac:spMk id="10" creationId="{88BCED0D-C1F3-3532-FC3E-3B41B1B0EF8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904B2D-7DFE-4D82-A7DE-DED61C8785AD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ACD9BA5-20BC-46BD-BB27-75E90F777E7E}">
      <dgm:prSet phldrT="[텍스트]" custT="1"/>
      <dgm:spPr/>
      <dgm:t>
        <a:bodyPr/>
        <a:lstStyle/>
        <a:p>
          <a:pPr latinLnBrk="1"/>
          <a:r>
            <a:rPr lang="en-US" altLang="ko-KR" sz="1600" dirty="0">
              <a:latin typeface="페이퍼로지 6 SemiBold" pitchFamily="2" charset="-127"/>
              <a:ea typeface="페이퍼로지 6 SemiBold" pitchFamily="2" charset="-127"/>
            </a:rPr>
            <a:t>Episode</a:t>
          </a:r>
          <a:endParaRPr lang="ko-KR" altLang="en-US" sz="1600" dirty="0">
            <a:latin typeface="페이퍼로지 6 SemiBold" pitchFamily="2" charset="-127"/>
            <a:ea typeface="페이퍼로지 6 SemiBold" pitchFamily="2" charset="-127"/>
          </a:endParaRPr>
        </a:p>
      </dgm:t>
    </dgm:pt>
    <dgm:pt modelId="{2E7ED0AB-F637-421B-B82B-7FD045F473EE}" type="parTrans" cxnId="{99C585F2-EC85-44A7-95C1-73154F907239}">
      <dgm:prSet/>
      <dgm:spPr/>
      <dgm:t>
        <a:bodyPr/>
        <a:lstStyle/>
        <a:p>
          <a:pPr latinLnBrk="1"/>
          <a:endParaRPr lang="ko-KR" altLang="en-US" sz="1600">
            <a:latin typeface="페이퍼로지 6 SemiBold" pitchFamily="2" charset="-127"/>
            <a:ea typeface="페이퍼로지 6 SemiBold" pitchFamily="2" charset="-127"/>
          </a:endParaRPr>
        </a:p>
      </dgm:t>
    </dgm:pt>
    <dgm:pt modelId="{6F3A3A73-B32D-47F0-AFB3-954A8366B24A}" type="sibTrans" cxnId="{99C585F2-EC85-44A7-95C1-73154F907239}">
      <dgm:prSet/>
      <dgm:spPr/>
      <dgm:t>
        <a:bodyPr/>
        <a:lstStyle/>
        <a:p>
          <a:pPr latinLnBrk="1"/>
          <a:endParaRPr lang="ko-KR" altLang="en-US" sz="1600">
            <a:latin typeface="페이퍼로지 6 SemiBold" pitchFamily="2" charset="-127"/>
            <a:ea typeface="페이퍼로지 6 SemiBold" pitchFamily="2" charset="-127"/>
          </a:endParaRPr>
        </a:p>
      </dgm:t>
    </dgm:pt>
    <dgm:pt modelId="{0ED3C97F-2291-43EE-B785-A5992F08EF28}">
      <dgm:prSet phldrT="[텍스트]" custT="1"/>
      <dgm:spPr/>
      <dgm:t>
        <a:bodyPr/>
        <a:lstStyle/>
        <a:p>
          <a:pPr latinLnBrk="1"/>
          <a:r>
            <a:rPr lang="en-US" altLang="ko-KR" sz="1600" dirty="0">
              <a:latin typeface="페이퍼로지 6 SemiBold" pitchFamily="2" charset="-127"/>
              <a:ea typeface="페이퍼로지 6 SemiBold" pitchFamily="2" charset="-127"/>
            </a:rPr>
            <a:t>State </a:t>
          </a:r>
          <a:r>
            <a:rPr lang="ko-KR" altLang="en-US" sz="1600" dirty="0">
              <a:latin typeface="페이퍼로지 6 SemiBold" pitchFamily="2" charset="-127"/>
              <a:ea typeface="페이퍼로지 6 SemiBold" pitchFamily="2" charset="-127"/>
            </a:rPr>
            <a:t>구성</a:t>
          </a:r>
        </a:p>
      </dgm:t>
    </dgm:pt>
    <dgm:pt modelId="{FB1B2AF5-4806-4FB3-97A2-DFFF77B63B6E}" type="parTrans" cxnId="{85BF0F18-5D86-45F7-87B4-DF173E38B73A}">
      <dgm:prSet/>
      <dgm:spPr/>
      <dgm:t>
        <a:bodyPr/>
        <a:lstStyle/>
        <a:p>
          <a:pPr latinLnBrk="1"/>
          <a:endParaRPr lang="ko-KR" altLang="en-US" sz="1600">
            <a:latin typeface="페이퍼로지 6 SemiBold" pitchFamily="2" charset="-127"/>
            <a:ea typeface="페이퍼로지 6 SemiBold" pitchFamily="2" charset="-127"/>
          </a:endParaRPr>
        </a:p>
      </dgm:t>
    </dgm:pt>
    <dgm:pt modelId="{94FF1C26-CFDC-4739-9CE9-4B2CE0EC9CCB}" type="sibTrans" cxnId="{85BF0F18-5D86-45F7-87B4-DF173E38B73A}">
      <dgm:prSet/>
      <dgm:spPr/>
      <dgm:t>
        <a:bodyPr/>
        <a:lstStyle/>
        <a:p>
          <a:pPr latinLnBrk="1"/>
          <a:endParaRPr lang="ko-KR" altLang="en-US" sz="1600">
            <a:latin typeface="페이퍼로지 6 SemiBold" pitchFamily="2" charset="-127"/>
            <a:ea typeface="페이퍼로지 6 SemiBold" pitchFamily="2" charset="-127"/>
          </a:endParaRPr>
        </a:p>
      </dgm:t>
    </dgm:pt>
    <dgm:pt modelId="{707DD4CB-D8DE-4779-8B8E-41A88DB03753}">
      <dgm:prSet phldrT="[텍스트]" phldr="0" custT="1"/>
      <dgm:spPr/>
      <dgm:t>
        <a:bodyPr/>
        <a:lstStyle/>
        <a:p>
          <a:pPr latinLnBrk="1"/>
          <a:r>
            <a:rPr lang="en-US" altLang="ko-KR" sz="1600" dirty="0">
              <a:latin typeface="페이퍼로지 6 SemiBold" pitchFamily="2" charset="-127"/>
              <a:ea typeface="페이퍼로지 6 SemiBold" pitchFamily="2" charset="-127"/>
            </a:rPr>
            <a:t>Action</a:t>
          </a:r>
          <a:endParaRPr lang="ko-KR" altLang="en-US" sz="1600" dirty="0">
            <a:latin typeface="페이퍼로지 6 SemiBold" pitchFamily="2" charset="-127"/>
            <a:ea typeface="페이퍼로지 6 SemiBold" pitchFamily="2" charset="-127"/>
          </a:endParaRPr>
        </a:p>
      </dgm:t>
    </dgm:pt>
    <dgm:pt modelId="{D272FCA2-4595-46CA-87ED-CFEA3BF979BF}" type="parTrans" cxnId="{F808B6A1-1DE7-487A-AA50-23A5857EA923}">
      <dgm:prSet/>
      <dgm:spPr/>
      <dgm:t>
        <a:bodyPr/>
        <a:lstStyle/>
        <a:p>
          <a:pPr latinLnBrk="1"/>
          <a:endParaRPr lang="ko-KR" altLang="en-US" sz="1600">
            <a:latin typeface="페이퍼로지 6 SemiBold" pitchFamily="2" charset="-127"/>
            <a:ea typeface="페이퍼로지 6 SemiBold" pitchFamily="2" charset="-127"/>
          </a:endParaRPr>
        </a:p>
      </dgm:t>
    </dgm:pt>
    <dgm:pt modelId="{067A74A7-69EE-4817-855B-4EED537D326D}" type="sibTrans" cxnId="{F808B6A1-1DE7-487A-AA50-23A5857EA923}">
      <dgm:prSet/>
      <dgm:spPr/>
      <dgm:t>
        <a:bodyPr/>
        <a:lstStyle/>
        <a:p>
          <a:pPr latinLnBrk="1"/>
          <a:endParaRPr lang="ko-KR" altLang="en-US" sz="1600">
            <a:latin typeface="페이퍼로지 6 SemiBold" pitchFamily="2" charset="-127"/>
            <a:ea typeface="페이퍼로지 6 SemiBold" pitchFamily="2" charset="-127"/>
          </a:endParaRPr>
        </a:p>
      </dgm:t>
    </dgm:pt>
    <dgm:pt modelId="{607F60D7-90C7-4771-A9C5-9AC7BEF65A96}">
      <dgm:prSet phldrT="[텍스트]" phldr="0" custT="1"/>
      <dgm:spPr/>
      <dgm:t>
        <a:bodyPr/>
        <a:lstStyle/>
        <a:p>
          <a:pPr latinLnBrk="1"/>
          <a:r>
            <a:rPr lang="en-US" altLang="ko-KR" sz="1600">
              <a:latin typeface="페이퍼로지 6 SemiBold" pitchFamily="2" charset="-127"/>
              <a:ea typeface="페이퍼로지 6 SemiBold" pitchFamily="2" charset="-127"/>
            </a:rPr>
            <a:t>Reward </a:t>
          </a:r>
          <a:r>
            <a:rPr lang="ko-KR" altLang="en-US" sz="1600">
              <a:latin typeface="페이퍼로지 6 SemiBold" pitchFamily="2" charset="-127"/>
              <a:ea typeface="페이퍼로지 6 SemiBold" pitchFamily="2" charset="-127"/>
            </a:rPr>
            <a:t>수집</a:t>
          </a:r>
          <a:endParaRPr lang="ko-KR" altLang="en-US" sz="1600" dirty="0">
            <a:latin typeface="페이퍼로지 6 SemiBold" pitchFamily="2" charset="-127"/>
            <a:ea typeface="페이퍼로지 6 SemiBold" pitchFamily="2" charset="-127"/>
          </a:endParaRPr>
        </a:p>
      </dgm:t>
    </dgm:pt>
    <dgm:pt modelId="{AD14C584-C586-4BD3-93A6-3711E0E5DF4F}" type="parTrans" cxnId="{E5CEED81-49CF-45B2-A6FD-A859F0733B5F}">
      <dgm:prSet/>
      <dgm:spPr/>
      <dgm:t>
        <a:bodyPr/>
        <a:lstStyle/>
        <a:p>
          <a:pPr latinLnBrk="1"/>
          <a:endParaRPr lang="ko-KR" altLang="en-US" sz="1600">
            <a:latin typeface="페이퍼로지 6 SemiBold" pitchFamily="2" charset="-127"/>
            <a:ea typeface="페이퍼로지 6 SemiBold" pitchFamily="2" charset="-127"/>
          </a:endParaRPr>
        </a:p>
      </dgm:t>
    </dgm:pt>
    <dgm:pt modelId="{1A21EB94-EEA9-40B3-A042-C4C92987A34A}" type="sibTrans" cxnId="{E5CEED81-49CF-45B2-A6FD-A859F0733B5F}">
      <dgm:prSet/>
      <dgm:spPr/>
      <dgm:t>
        <a:bodyPr/>
        <a:lstStyle/>
        <a:p>
          <a:pPr latinLnBrk="1"/>
          <a:endParaRPr lang="ko-KR" altLang="en-US" sz="1600">
            <a:latin typeface="페이퍼로지 6 SemiBold" pitchFamily="2" charset="-127"/>
            <a:ea typeface="페이퍼로지 6 SemiBold" pitchFamily="2" charset="-127"/>
          </a:endParaRPr>
        </a:p>
      </dgm:t>
    </dgm:pt>
    <dgm:pt modelId="{B87443F8-ECAF-49B0-B8D3-04E5A17B4B25}">
      <dgm:prSet phldrT="[텍스트]" phldr="0" custT="1"/>
      <dgm:spPr/>
      <dgm:t>
        <a:bodyPr/>
        <a:lstStyle/>
        <a:p>
          <a:pPr latinLnBrk="1"/>
          <a:r>
            <a:rPr lang="en-US" altLang="ko-KR" sz="1600" dirty="0">
              <a:latin typeface="페이퍼로지 6 SemiBold" pitchFamily="2" charset="-127"/>
              <a:ea typeface="페이퍼로지 6 SemiBold" pitchFamily="2" charset="-127"/>
            </a:rPr>
            <a:t>… </a:t>
          </a:r>
          <a:r>
            <a:rPr lang="ko-KR" altLang="en-US" sz="1600" dirty="0">
              <a:latin typeface="페이퍼로지 6 SemiBold" pitchFamily="2" charset="-127"/>
              <a:ea typeface="페이퍼로지 6 SemiBold" pitchFamily="2" charset="-127"/>
            </a:rPr>
            <a:t>반복 </a:t>
          </a:r>
          <a:r>
            <a:rPr lang="en-US" altLang="ko-KR" sz="1600" dirty="0">
              <a:latin typeface="페이퍼로지 6 SemiBold" pitchFamily="2" charset="-127"/>
              <a:ea typeface="페이퍼로지 6 SemiBold" pitchFamily="2" charset="-127"/>
            </a:rPr>
            <a:t>…</a:t>
          </a:r>
          <a:endParaRPr lang="ko-KR" altLang="en-US" sz="1600" dirty="0">
            <a:latin typeface="페이퍼로지 6 SemiBold" pitchFamily="2" charset="-127"/>
            <a:ea typeface="페이퍼로지 6 SemiBold" pitchFamily="2" charset="-127"/>
          </a:endParaRPr>
        </a:p>
      </dgm:t>
    </dgm:pt>
    <dgm:pt modelId="{A1D80DEC-8FFE-455D-B0FE-EB484426E946}" type="parTrans" cxnId="{AF8EAC1B-956C-4F5B-8FFE-B2C83E504EF0}">
      <dgm:prSet/>
      <dgm:spPr/>
      <dgm:t>
        <a:bodyPr/>
        <a:lstStyle/>
        <a:p>
          <a:pPr latinLnBrk="1"/>
          <a:endParaRPr lang="ko-KR" altLang="en-US" sz="1600">
            <a:latin typeface="페이퍼로지 6 SemiBold" pitchFamily="2" charset="-127"/>
            <a:ea typeface="페이퍼로지 6 SemiBold" pitchFamily="2" charset="-127"/>
          </a:endParaRPr>
        </a:p>
      </dgm:t>
    </dgm:pt>
    <dgm:pt modelId="{959727B7-AECE-47D1-9EBC-3AA31AD254F4}" type="sibTrans" cxnId="{AF8EAC1B-956C-4F5B-8FFE-B2C83E504EF0}">
      <dgm:prSet/>
      <dgm:spPr/>
      <dgm:t>
        <a:bodyPr/>
        <a:lstStyle/>
        <a:p>
          <a:pPr latinLnBrk="1"/>
          <a:endParaRPr lang="ko-KR" altLang="en-US" sz="1600">
            <a:latin typeface="페이퍼로지 6 SemiBold" pitchFamily="2" charset="-127"/>
            <a:ea typeface="페이퍼로지 6 SemiBold" pitchFamily="2" charset="-127"/>
          </a:endParaRPr>
        </a:p>
      </dgm:t>
    </dgm:pt>
    <dgm:pt modelId="{C9387A76-FC92-4A7C-96D1-9FD9B6AF266E}" type="pres">
      <dgm:prSet presAssocID="{E5904B2D-7DFE-4D82-A7DE-DED61C8785AD}" presName="Name0" presStyleCnt="0">
        <dgm:presLayoutVars>
          <dgm:dir/>
          <dgm:animLvl val="lvl"/>
          <dgm:resizeHandles val="exact"/>
        </dgm:presLayoutVars>
      </dgm:prSet>
      <dgm:spPr/>
    </dgm:pt>
    <dgm:pt modelId="{AD281DC4-172A-46C7-BC32-10EA4654A075}" type="pres">
      <dgm:prSet presAssocID="{4ACD9BA5-20BC-46BD-BB27-75E90F777E7E}" presName="vertFlow" presStyleCnt="0"/>
      <dgm:spPr/>
    </dgm:pt>
    <dgm:pt modelId="{4BB5DFA2-1272-4B7F-A676-2F6ABCC9602E}" type="pres">
      <dgm:prSet presAssocID="{4ACD9BA5-20BC-46BD-BB27-75E90F777E7E}" presName="header" presStyleLbl="node1" presStyleIdx="0" presStyleCnt="1"/>
      <dgm:spPr/>
    </dgm:pt>
    <dgm:pt modelId="{5A8A99A8-C6A5-4502-8433-AF0780889474}" type="pres">
      <dgm:prSet presAssocID="{FB1B2AF5-4806-4FB3-97A2-DFFF77B63B6E}" presName="parTrans" presStyleLbl="sibTrans2D1" presStyleIdx="0" presStyleCnt="4"/>
      <dgm:spPr/>
    </dgm:pt>
    <dgm:pt modelId="{CA3602DB-58D2-41AF-951C-197EE118F69D}" type="pres">
      <dgm:prSet presAssocID="{0ED3C97F-2291-43EE-B785-A5992F08EF28}" presName="child" presStyleLbl="alignAccFollowNode1" presStyleIdx="0" presStyleCnt="4">
        <dgm:presLayoutVars>
          <dgm:chMax val="0"/>
          <dgm:bulletEnabled val="1"/>
        </dgm:presLayoutVars>
      </dgm:prSet>
      <dgm:spPr/>
    </dgm:pt>
    <dgm:pt modelId="{DB3666CC-7A86-4344-AB04-C84603B1AD5D}" type="pres">
      <dgm:prSet presAssocID="{94FF1C26-CFDC-4739-9CE9-4B2CE0EC9CCB}" presName="sibTrans" presStyleLbl="sibTrans2D1" presStyleIdx="1" presStyleCnt="4"/>
      <dgm:spPr/>
    </dgm:pt>
    <dgm:pt modelId="{6DBE0904-FDAF-4066-A2E3-1F373E0D3CBE}" type="pres">
      <dgm:prSet presAssocID="{707DD4CB-D8DE-4779-8B8E-41A88DB03753}" presName="child" presStyleLbl="alignAccFollowNode1" presStyleIdx="1" presStyleCnt="4">
        <dgm:presLayoutVars>
          <dgm:chMax val="0"/>
          <dgm:bulletEnabled val="1"/>
        </dgm:presLayoutVars>
      </dgm:prSet>
      <dgm:spPr/>
    </dgm:pt>
    <dgm:pt modelId="{73FD04D8-5328-494B-AF5A-19E3ACB40585}" type="pres">
      <dgm:prSet presAssocID="{067A74A7-69EE-4817-855B-4EED537D326D}" presName="sibTrans" presStyleLbl="sibTrans2D1" presStyleIdx="2" presStyleCnt="4"/>
      <dgm:spPr/>
    </dgm:pt>
    <dgm:pt modelId="{02A3DD9E-9B55-4D77-BE3C-5561C6432DD5}" type="pres">
      <dgm:prSet presAssocID="{607F60D7-90C7-4771-A9C5-9AC7BEF65A96}" presName="child" presStyleLbl="alignAccFollowNode1" presStyleIdx="2" presStyleCnt="4" custScaleY="169773">
        <dgm:presLayoutVars>
          <dgm:chMax val="0"/>
          <dgm:bulletEnabled val="1"/>
        </dgm:presLayoutVars>
      </dgm:prSet>
      <dgm:spPr/>
    </dgm:pt>
    <dgm:pt modelId="{C0814EFC-12A5-4129-9FE1-6E984CBEA9C6}" type="pres">
      <dgm:prSet presAssocID="{1A21EB94-EEA9-40B3-A042-C4C92987A34A}" presName="sibTrans" presStyleLbl="sibTrans2D1" presStyleIdx="3" presStyleCnt="4"/>
      <dgm:spPr/>
    </dgm:pt>
    <dgm:pt modelId="{12F16D37-431A-4FD8-A671-9CBE124BEEEB}" type="pres">
      <dgm:prSet presAssocID="{B87443F8-ECAF-49B0-B8D3-04E5A17B4B25}" presName="child" presStyleLbl="alignAccFollowNode1" presStyleIdx="3" presStyleCnt="4">
        <dgm:presLayoutVars>
          <dgm:chMax val="0"/>
          <dgm:bulletEnabled val="1"/>
        </dgm:presLayoutVars>
      </dgm:prSet>
      <dgm:spPr/>
    </dgm:pt>
  </dgm:ptLst>
  <dgm:cxnLst>
    <dgm:cxn modelId="{A62C6A08-B594-437D-9B3B-E87E1BC9210B}" type="presOf" srcId="{1A21EB94-EEA9-40B3-A042-C4C92987A34A}" destId="{C0814EFC-12A5-4129-9FE1-6E984CBEA9C6}" srcOrd="0" destOrd="0" presId="urn:microsoft.com/office/officeart/2005/8/layout/lProcess1"/>
    <dgm:cxn modelId="{85BF0F18-5D86-45F7-87B4-DF173E38B73A}" srcId="{4ACD9BA5-20BC-46BD-BB27-75E90F777E7E}" destId="{0ED3C97F-2291-43EE-B785-A5992F08EF28}" srcOrd="0" destOrd="0" parTransId="{FB1B2AF5-4806-4FB3-97A2-DFFF77B63B6E}" sibTransId="{94FF1C26-CFDC-4739-9CE9-4B2CE0EC9CCB}"/>
    <dgm:cxn modelId="{AF8EAC1B-956C-4F5B-8FFE-B2C83E504EF0}" srcId="{4ACD9BA5-20BC-46BD-BB27-75E90F777E7E}" destId="{B87443F8-ECAF-49B0-B8D3-04E5A17B4B25}" srcOrd="3" destOrd="0" parTransId="{A1D80DEC-8FFE-455D-B0FE-EB484426E946}" sibTransId="{959727B7-AECE-47D1-9EBC-3AA31AD254F4}"/>
    <dgm:cxn modelId="{53C7F934-46EE-4429-9A51-28F23A554CD2}" type="presOf" srcId="{067A74A7-69EE-4817-855B-4EED537D326D}" destId="{73FD04D8-5328-494B-AF5A-19E3ACB40585}" srcOrd="0" destOrd="0" presId="urn:microsoft.com/office/officeart/2005/8/layout/lProcess1"/>
    <dgm:cxn modelId="{0B1FE93D-65BF-44C0-87FE-DEFD8D8C6B86}" type="presOf" srcId="{94FF1C26-CFDC-4739-9CE9-4B2CE0EC9CCB}" destId="{DB3666CC-7A86-4344-AB04-C84603B1AD5D}" srcOrd="0" destOrd="0" presId="urn:microsoft.com/office/officeart/2005/8/layout/lProcess1"/>
    <dgm:cxn modelId="{D2A2775C-4122-4D7C-BE64-826123B2E1BE}" type="presOf" srcId="{0ED3C97F-2291-43EE-B785-A5992F08EF28}" destId="{CA3602DB-58D2-41AF-951C-197EE118F69D}" srcOrd="0" destOrd="0" presId="urn:microsoft.com/office/officeart/2005/8/layout/lProcess1"/>
    <dgm:cxn modelId="{649A0A60-2FFC-4365-8BC5-629C18898D36}" type="presOf" srcId="{607F60D7-90C7-4771-A9C5-9AC7BEF65A96}" destId="{02A3DD9E-9B55-4D77-BE3C-5561C6432DD5}" srcOrd="0" destOrd="0" presId="urn:microsoft.com/office/officeart/2005/8/layout/lProcess1"/>
    <dgm:cxn modelId="{B9489970-6791-4225-AA46-61B284169877}" type="presOf" srcId="{E5904B2D-7DFE-4D82-A7DE-DED61C8785AD}" destId="{C9387A76-FC92-4A7C-96D1-9FD9B6AF266E}" srcOrd="0" destOrd="0" presId="urn:microsoft.com/office/officeart/2005/8/layout/lProcess1"/>
    <dgm:cxn modelId="{B090727D-D6EE-4001-9953-CFC97987E99C}" type="presOf" srcId="{FB1B2AF5-4806-4FB3-97A2-DFFF77B63B6E}" destId="{5A8A99A8-C6A5-4502-8433-AF0780889474}" srcOrd="0" destOrd="0" presId="urn:microsoft.com/office/officeart/2005/8/layout/lProcess1"/>
    <dgm:cxn modelId="{E5CEED81-49CF-45B2-A6FD-A859F0733B5F}" srcId="{4ACD9BA5-20BC-46BD-BB27-75E90F777E7E}" destId="{607F60D7-90C7-4771-A9C5-9AC7BEF65A96}" srcOrd="2" destOrd="0" parTransId="{AD14C584-C586-4BD3-93A6-3711E0E5DF4F}" sibTransId="{1A21EB94-EEA9-40B3-A042-C4C92987A34A}"/>
    <dgm:cxn modelId="{C08B1686-29DF-4B5C-9666-6065B3875D27}" type="presOf" srcId="{B87443F8-ECAF-49B0-B8D3-04E5A17B4B25}" destId="{12F16D37-431A-4FD8-A671-9CBE124BEEEB}" srcOrd="0" destOrd="0" presId="urn:microsoft.com/office/officeart/2005/8/layout/lProcess1"/>
    <dgm:cxn modelId="{73416096-3C90-45BB-87A0-47E64B5650BB}" type="presOf" srcId="{4ACD9BA5-20BC-46BD-BB27-75E90F777E7E}" destId="{4BB5DFA2-1272-4B7F-A676-2F6ABCC9602E}" srcOrd="0" destOrd="0" presId="urn:microsoft.com/office/officeart/2005/8/layout/lProcess1"/>
    <dgm:cxn modelId="{F808B6A1-1DE7-487A-AA50-23A5857EA923}" srcId="{4ACD9BA5-20BC-46BD-BB27-75E90F777E7E}" destId="{707DD4CB-D8DE-4779-8B8E-41A88DB03753}" srcOrd="1" destOrd="0" parTransId="{D272FCA2-4595-46CA-87ED-CFEA3BF979BF}" sibTransId="{067A74A7-69EE-4817-855B-4EED537D326D}"/>
    <dgm:cxn modelId="{F76BDDE6-85CC-48A1-9707-FD56A3CCD201}" type="presOf" srcId="{707DD4CB-D8DE-4779-8B8E-41A88DB03753}" destId="{6DBE0904-FDAF-4066-A2E3-1F373E0D3CBE}" srcOrd="0" destOrd="0" presId="urn:microsoft.com/office/officeart/2005/8/layout/lProcess1"/>
    <dgm:cxn modelId="{99C585F2-EC85-44A7-95C1-73154F907239}" srcId="{E5904B2D-7DFE-4D82-A7DE-DED61C8785AD}" destId="{4ACD9BA5-20BC-46BD-BB27-75E90F777E7E}" srcOrd="0" destOrd="0" parTransId="{2E7ED0AB-F637-421B-B82B-7FD045F473EE}" sibTransId="{6F3A3A73-B32D-47F0-AFB3-954A8366B24A}"/>
    <dgm:cxn modelId="{3CD2FAF7-0493-4C4A-B33F-58B51A5AA52C}" type="presParOf" srcId="{C9387A76-FC92-4A7C-96D1-9FD9B6AF266E}" destId="{AD281DC4-172A-46C7-BC32-10EA4654A075}" srcOrd="0" destOrd="0" presId="urn:microsoft.com/office/officeart/2005/8/layout/lProcess1"/>
    <dgm:cxn modelId="{C1B56E27-7D98-4F7F-AF69-CA17F6EE4CEE}" type="presParOf" srcId="{AD281DC4-172A-46C7-BC32-10EA4654A075}" destId="{4BB5DFA2-1272-4B7F-A676-2F6ABCC9602E}" srcOrd="0" destOrd="0" presId="urn:microsoft.com/office/officeart/2005/8/layout/lProcess1"/>
    <dgm:cxn modelId="{4B25937F-6D50-4D21-9DD3-7C69DB482544}" type="presParOf" srcId="{AD281DC4-172A-46C7-BC32-10EA4654A075}" destId="{5A8A99A8-C6A5-4502-8433-AF0780889474}" srcOrd="1" destOrd="0" presId="urn:microsoft.com/office/officeart/2005/8/layout/lProcess1"/>
    <dgm:cxn modelId="{78BA066B-7C8B-4B58-AC84-F79B54112986}" type="presParOf" srcId="{AD281DC4-172A-46C7-BC32-10EA4654A075}" destId="{CA3602DB-58D2-41AF-951C-197EE118F69D}" srcOrd="2" destOrd="0" presId="urn:microsoft.com/office/officeart/2005/8/layout/lProcess1"/>
    <dgm:cxn modelId="{A5139C1F-7362-4670-BD2D-4D52FCCB6AE1}" type="presParOf" srcId="{AD281DC4-172A-46C7-BC32-10EA4654A075}" destId="{DB3666CC-7A86-4344-AB04-C84603B1AD5D}" srcOrd="3" destOrd="0" presId="urn:microsoft.com/office/officeart/2005/8/layout/lProcess1"/>
    <dgm:cxn modelId="{F914E1A1-6259-4363-8FF8-8745007BACC7}" type="presParOf" srcId="{AD281DC4-172A-46C7-BC32-10EA4654A075}" destId="{6DBE0904-FDAF-4066-A2E3-1F373E0D3CBE}" srcOrd="4" destOrd="0" presId="urn:microsoft.com/office/officeart/2005/8/layout/lProcess1"/>
    <dgm:cxn modelId="{4A9B0ACE-C8E4-45F5-A005-14F7CB989406}" type="presParOf" srcId="{AD281DC4-172A-46C7-BC32-10EA4654A075}" destId="{73FD04D8-5328-494B-AF5A-19E3ACB40585}" srcOrd="5" destOrd="0" presId="urn:microsoft.com/office/officeart/2005/8/layout/lProcess1"/>
    <dgm:cxn modelId="{8DAAF3E0-80A8-4FBE-B453-74EC2F0EABC5}" type="presParOf" srcId="{AD281DC4-172A-46C7-BC32-10EA4654A075}" destId="{02A3DD9E-9B55-4D77-BE3C-5561C6432DD5}" srcOrd="6" destOrd="0" presId="urn:microsoft.com/office/officeart/2005/8/layout/lProcess1"/>
    <dgm:cxn modelId="{982ACE47-9568-4AC7-B771-7084A46EDCBD}" type="presParOf" srcId="{AD281DC4-172A-46C7-BC32-10EA4654A075}" destId="{C0814EFC-12A5-4129-9FE1-6E984CBEA9C6}" srcOrd="7" destOrd="0" presId="urn:microsoft.com/office/officeart/2005/8/layout/lProcess1"/>
    <dgm:cxn modelId="{DA4163EF-440E-44CB-8FB8-BB4D9DD3BB8D}" type="presParOf" srcId="{AD281DC4-172A-46C7-BC32-10EA4654A075}" destId="{12F16D37-431A-4FD8-A671-9CBE124BEEEB}" srcOrd="8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5DFA2-1272-4B7F-A676-2F6ABCC9602E}">
      <dsp:nvSpPr>
        <dsp:cNvPr id="0" name=""/>
        <dsp:cNvSpPr/>
      </dsp:nvSpPr>
      <dsp:spPr>
        <a:xfrm>
          <a:off x="727" y="127478"/>
          <a:ext cx="2092139" cy="5230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latin typeface="페이퍼로지 6 SemiBold" pitchFamily="2" charset="-127"/>
              <a:ea typeface="페이퍼로지 6 SemiBold" pitchFamily="2" charset="-127"/>
            </a:rPr>
            <a:t>Episode</a:t>
          </a:r>
          <a:endParaRPr lang="ko-KR" altLang="en-US" sz="1600" kern="1200" dirty="0">
            <a:latin typeface="페이퍼로지 6 SemiBold" pitchFamily="2" charset="-127"/>
            <a:ea typeface="페이퍼로지 6 SemiBold" pitchFamily="2" charset="-127"/>
          </a:endParaRPr>
        </a:p>
      </dsp:txBody>
      <dsp:txXfrm>
        <a:off x="16046" y="142797"/>
        <a:ext cx="2061501" cy="492396"/>
      </dsp:txXfrm>
    </dsp:sp>
    <dsp:sp modelId="{5A8A99A8-C6A5-4502-8433-AF0780889474}">
      <dsp:nvSpPr>
        <dsp:cNvPr id="0" name=""/>
        <dsp:cNvSpPr/>
      </dsp:nvSpPr>
      <dsp:spPr>
        <a:xfrm rot="5400000">
          <a:off x="1001031" y="696278"/>
          <a:ext cx="91531" cy="91531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602DB-58D2-41AF-951C-197EE118F69D}">
      <dsp:nvSpPr>
        <dsp:cNvPr id="0" name=""/>
        <dsp:cNvSpPr/>
      </dsp:nvSpPr>
      <dsp:spPr>
        <a:xfrm>
          <a:off x="727" y="833575"/>
          <a:ext cx="2092139" cy="52303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latin typeface="페이퍼로지 6 SemiBold" pitchFamily="2" charset="-127"/>
              <a:ea typeface="페이퍼로지 6 SemiBold" pitchFamily="2" charset="-127"/>
            </a:rPr>
            <a:t>State </a:t>
          </a:r>
          <a:r>
            <a:rPr lang="ko-KR" altLang="en-US" sz="1600" kern="1200" dirty="0">
              <a:latin typeface="페이퍼로지 6 SemiBold" pitchFamily="2" charset="-127"/>
              <a:ea typeface="페이퍼로지 6 SemiBold" pitchFamily="2" charset="-127"/>
            </a:rPr>
            <a:t>구성</a:t>
          </a:r>
        </a:p>
      </dsp:txBody>
      <dsp:txXfrm>
        <a:off x="16046" y="848894"/>
        <a:ext cx="2061501" cy="492396"/>
      </dsp:txXfrm>
    </dsp:sp>
    <dsp:sp modelId="{DB3666CC-7A86-4344-AB04-C84603B1AD5D}">
      <dsp:nvSpPr>
        <dsp:cNvPr id="0" name=""/>
        <dsp:cNvSpPr/>
      </dsp:nvSpPr>
      <dsp:spPr>
        <a:xfrm rot="5400000">
          <a:off x="1001031" y="1402375"/>
          <a:ext cx="91531" cy="91531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E0904-FDAF-4066-A2E3-1F373E0D3CBE}">
      <dsp:nvSpPr>
        <dsp:cNvPr id="0" name=""/>
        <dsp:cNvSpPr/>
      </dsp:nvSpPr>
      <dsp:spPr>
        <a:xfrm>
          <a:off x="727" y="1539672"/>
          <a:ext cx="2092139" cy="52303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latin typeface="페이퍼로지 6 SemiBold" pitchFamily="2" charset="-127"/>
              <a:ea typeface="페이퍼로지 6 SemiBold" pitchFamily="2" charset="-127"/>
            </a:rPr>
            <a:t>Action</a:t>
          </a:r>
          <a:endParaRPr lang="ko-KR" altLang="en-US" sz="1600" kern="1200" dirty="0">
            <a:latin typeface="페이퍼로지 6 SemiBold" pitchFamily="2" charset="-127"/>
            <a:ea typeface="페이퍼로지 6 SemiBold" pitchFamily="2" charset="-127"/>
          </a:endParaRPr>
        </a:p>
      </dsp:txBody>
      <dsp:txXfrm>
        <a:off x="16046" y="1554991"/>
        <a:ext cx="2061501" cy="492396"/>
      </dsp:txXfrm>
    </dsp:sp>
    <dsp:sp modelId="{73FD04D8-5328-494B-AF5A-19E3ACB40585}">
      <dsp:nvSpPr>
        <dsp:cNvPr id="0" name=""/>
        <dsp:cNvSpPr/>
      </dsp:nvSpPr>
      <dsp:spPr>
        <a:xfrm rot="5400000">
          <a:off x="1001031" y="2108472"/>
          <a:ext cx="91531" cy="91531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3DD9E-9B55-4D77-BE3C-5561C6432DD5}">
      <dsp:nvSpPr>
        <dsp:cNvPr id="0" name=""/>
        <dsp:cNvSpPr/>
      </dsp:nvSpPr>
      <dsp:spPr>
        <a:xfrm>
          <a:off x="727" y="2245769"/>
          <a:ext cx="2092139" cy="887971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>
              <a:latin typeface="페이퍼로지 6 SemiBold" pitchFamily="2" charset="-127"/>
              <a:ea typeface="페이퍼로지 6 SemiBold" pitchFamily="2" charset="-127"/>
            </a:rPr>
            <a:t>Reward </a:t>
          </a:r>
          <a:r>
            <a:rPr lang="ko-KR" altLang="en-US" sz="1600" kern="1200">
              <a:latin typeface="페이퍼로지 6 SemiBold" pitchFamily="2" charset="-127"/>
              <a:ea typeface="페이퍼로지 6 SemiBold" pitchFamily="2" charset="-127"/>
            </a:rPr>
            <a:t>수집</a:t>
          </a:r>
          <a:endParaRPr lang="ko-KR" altLang="en-US" sz="1600" kern="1200" dirty="0">
            <a:latin typeface="페이퍼로지 6 SemiBold" pitchFamily="2" charset="-127"/>
            <a:ea typeface="페이퍼로지 6 SemiBold" pitchFamily="2" charset="-127"/>
          </a:endParaRPr>
        </a:p>
      </dsp:txBody>
      <dsp:txXfrm>
        <a:off x="26735" y="2271777"/>
        <a:ext cx="2040123" cy="835955"/>
      </dsp:txXfrm>
    </dsp:sp>
    <dsp:sp modelId="{C0814EFC-12A5-4129-9FE1-6E984CBEA9C6}">
      <dsp:nvSpPr>
        <dsp:cNvPr id="0" name=""/>
        <dsp:cNvSpPr/>
      </dsp:nvSpPr>
      <dsp:spPr>
        <a:xfrm rot="5400000">
          <a:off x="1001031" y="3179506"/>
          <a:ext cx="91531" cy="91531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16D37-431A-4FD8-A671-9CBE124BEEEB}">
      <dsp:nvSpPr>
        <dsp:cNvPr id="0" name=""/>
        <dsp:cNvSpPr/>
      </dsp:nvSpPr>
      <dsp:spPr>
        <a:xfrm>
          <a:off x="727" y="3316803"/>
          <a:ext cx="2092139" cy="523034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latin typeface="페이퍼로지 6 SemiBold" pitchFamily="2" charset="-127"/>
              <a:ea typeface="페이퍼로지 6 SemiBold" pitchFamily="2" charset="-127"/>
            </a:rPr>
            <a:t>… </a:t>
          </a:r>
          <a:r>
            <a:rPr lang="ko-KR" altLang="en-US" sz="1600" kern="1200" dirty="0">
              <a:latin typeface="페이퍼로지 6 SemiBold" pitchFamily="2" charset="-127"/>
              <a:ea typeface="페이퍼로지 6 SemiBold" pitchFamily="2" charset="-127"/>
            </a:rPr>
            <a:t>반복 </a:t>
          </a:r>
          <a:r>
            <a:rPr lang="en-US" altLang="ko-KR" sz="1600" kern="1200" dirty="0">
              <a:latin typeface="페이퍼로지 6 SemiBold" pitchFamily="2" charset="-127"/>
              <a:ea typeface="페이퍼로지 6 SemiBold" pitchFamily="2" charset="-127"/>
            </a:rPr>
            <a:t>…</a:t>
          </a:r>
          <a:endParaRPr lang="ko-KR" altLang="en-US" sz="1600" kern="1200" dirty="0">
            <a:latin typeface="페이퍼로지 6 SemiBold" pitchFamily="2" charset="-127"/>
            <a:ea typeface="페이퍼로지 6 SemiBold" pitchFamily="2" charset="-127"/>
          </a:endParaRPr>
        </a:p>
      </dsp:txBody>
      <dsp:txXfrm>
        <a:off x="16046" y="3332122"/>
        <a:ext cx="2061501" cy="492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0A9D0-1D2C-E9AC-6653-2BB40B139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F91D7E-9BB5-7129-D6C4-E7EC12EFE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D89015-2F5C-9991-8BFA-D11CAF21D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CF07D3-FF1A-B072-FF08-32BC528A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6E4D4F-A72A-27EA-1D0A-8C27E633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059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CEA7D-746E-039A-9AB0-B6EA769F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27A50-8E62-5309-0030-00CDC041E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438A8A-628D-7743-CCBF-E2D487DD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BB0BC1-B206-9013-CE6E-B9FD70A55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EE6AC5-1CB0-BA38-9C2E-D50BD262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092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4EA6E-D119-FFD1-0024-351EE3EC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DAA5BF-C7AB-7A06-FE1B-E1D9B1459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299805-9D41-2B66-8375-6D2405A10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E7228-F31F-E63F-BD7B-81C259DB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B3925-2036-4C40-60D3-8805EEAF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20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EBAC9-70B7-683F-FE54-32AC7E7EF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42AA54-8FEF-B54A-0992-8E54E0811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AF5BF8-6539-A682-CF6E-A75057FC4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5508D-B852-5E2D-F408-99F8BFB0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35CC2D-9566-536E-79DB-FCB71682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1C5B96-90B3-C057-8425-834577F6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3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840D0F-A804-DD25-2A6E-F7BE4A97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AC3287-B955-B138-967B-6A99EF418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D97602-3B5F-5D7F-C960-DA806920E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852565-D40B-487E-C973-D2D4E6547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D742E0-BFD2-CF61-5B36-22F0B121A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9ED7054-81BC-F6BE-DC07-06F6D26A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BF3B94-C54A-03B8-CB4C-147157B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614660-9474-66F2-769B-40B0F0FF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21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F9853-8A8B-EFD4-BDFE-2B77E432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9CC979-8253-2874-1879-F6DE7B11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C62C36-8BC7-1059-39E4-8FE4EAA69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C5B9B7-9827-25AE-5AE0-6DA195E4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798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101F9D-40C9-CECF-CDBC-08D0CF68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80DB1D-99EE-24F9-5AB2-C7B4D4EE1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7A774E-C3C2-7DB9-10A8-9EDAA19F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354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71F25-2896-7720-854C-8B5D3F0C7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64E4E1-AA5A-5E42-DB3F-C67098A8F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778639-B270-8955-F659-9B78FA986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31148E-4EE5-4A3C-05D8-8EE1352F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E1DFF4-0186-67AD-5452-AC8053BD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D0FC2B-FE1D-92BC-039E-0870A837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2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3FCD8-3FF5-7115-8755-DB5E0FD3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4A7A36-0575-7783-36D7-9D06ED0EF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AB0394-44C0-6181-D4E8-7705ADE8E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9077B1-884A-57A6-7981-DC4A99F2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25364A-1BB7-1C61-A307-67AE0B05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E86D7A-BC51-77D7-ED11-8A6B9D63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1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10549-0449-6EC4-AAB7-83D90481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B47C87-95AD-2100-6CD9-659157455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040A45-8A58-616E-78FC-2F4614A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124825-829F-B193-76AE-E4346512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283B39-954F-875E-CBB8-F693D3A07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29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E4DB78-57C3-F66A-6957-21FD165BC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12C73F-20F8-DF55-5441-2EF651491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8EF505-6E6C-3AF9-E2BC-AFD94755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06D69-D7B7-23B8-8846-285D6A16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0B8431-26CC-8E67-456E-A5327B38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32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CC80F4A-52E4-EBD4-8DFE-B333BD5D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D9B514-F329-D707-60DC-4E4DE0E22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6FD64-6218-8BEF-CD69-2D6E5E040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DBDBA-9492-4556-A5B1-0E9D175DA26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B4329F-D7C5-9C65-F3B5-FC9BAB64B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4411DD-64C2-24E5-15FB-D7D1DF833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DD05A-3715-4CEA-9B0F-82073CD6B2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766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91842A8-ADD1-6133-2AE4-CF8305E98E97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963F18-9015-420D-62FC-FDD4942C30E5}"/>
              </a:ext>
            </a:extLst>
          </p:cNvPr>
          <p:cNvSpPr/>
          <p:nvPr/>
        </p:nvSpPr>
        <p:spPr>
          <a:xfrm>
            <a:off x="0" y="0"/>
            <a:ext cx="2559170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43D92DB-7FE0-E660-9A61-3724785D322B}"/>
              </a:ext>
            </a:extLst>
          </p:cNvPr>
          <p:cNvGrpSpPr/>
          <p:nvPr/>
        </p:nvGrpSpPr>
        <p:grpSpPr>
          <a:xfrm>
            <a:off x="1107057" y="2074349"/>
            <a:ext cx="9977887" cy="1717964"/>
            <a:chOff x="1107057" y="2193619"/>
            <a:chExt cx="9977887" cy="171796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1F00C4-2D2F-7785-9E3E-F7894C4D91F4}"/>
                </a:ext>
              </a:extLst>
            </p:cNvPr>
            <p:cNvSpPr txBox="1"/>
            <p:nvPr/>
          </p:nvSpPr>
          <p:spPr>
            <a:xfrm>
              <a:off x="3953774" y="2193619"/>
              <a:ext cx="428445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페이퍼로지 6 SemiBold" pitchFamily="2" charset="-127"/>
                  <a:ea typeface="페이퍼로지 6 SemiBold" pitchFamily="2" charset="-127"/>
                </a:rPr>
                <a:t>강화학습 기말 프로젝트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1CC4F5-5F45-8C95-861A-92F6CD0EFE68}"/>
                </a:ext>
              </a:extLst>
            </p:cNvPr>
            <p:cNvSpPr txBox="1"/>
            <p:nvPr/>
          </p:nvSpPr>
          <p:spPr>
            <a:xfrm>
              <a:off x="1107057" y="2557366"/>
              <a:ext cx="9977887" cy="13542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4400" dirty="0">
                  <a:solidFill>
                    <a:srgbClr val="3E63B4"/>
                  </a:solidFill>
                  <a:latin typeface="페이퍼로지 9 Black" pitchFamily="2" charset="-127"/>
                  <a:ea typeface="페이퍼로지 9 Black" pitchFamily="2" charset="-127"/>
                </a:rPr>
                <a:t>Verbal RL</a:t>
              </a:r>
              <a:r>
                <a:rPr lang="ko-KR" altLang="en-US" sz="4400" dirty="0">
                  <a:solidFill>
                    <a:srgbClr val="3E63B4"/>
                  </a:solidFill>
                  <a:latin typeface="페이퍼로지 9 Black" pitchFamily="2" charset="-127"/>
                  <a:ea typeface="페이퍼로지 9 Black" pitchFamily="2" charset="-127"/>
                </a:rPr>
                <a:t> 기반</a:t>
              </a:r>
              <a:br>
                <a:rPr lang="en-US" altLang="ko-KR" sz="4400" dirty="0">
                  <a:solidFill>
                    <a:srgbClr val="3E63B4"/>
                  </a:solidFill>
                  <a:latin typeface="페이퍼로지 9 Black" pitchFamily="2" charset="-127"/>
                  <a:ea typeface="페이퍼로지 9 Black" pitchFamily="2" charset="-127"/>
                </a:rPr>
              </a:br>
              <a:r>
                <a:rPr lang="en-US" altLang="ko-KR" sz="4400" dirty="0">
                  <a:solidFill>
                    <a:srgbClr val="3E63B4"/>
                  </a:solidFill>
                  <a:latin typeface="페이퍼로지 9 Black" pitchFamily="2" charset="-127"/>
                  <a:ea typeface="페이퍼로지 9 Black" pitchFamily="2" charset="-127"/>
                </a:rPr>
                <a:t>RAG </a:t>
              </a:r>
              <a:r>
                <a:rPr lang="ko-KR" altLang="en-US" sz="4400" dirty="0">
                  <a:solidFill>
                    <a:srgbClr val="3E63B4"/>
                  </a:solidFill>
                  <a:latin typeface="페이퍼로지 9 Black" pitchFamily="2" charset="-127"/>
                  <a:ea typeface="페이퍼로지 9 Black" pitchFamily="2" charset="-127"/>
                </a:rPr>
                <a:t>시스템 프롬프트 자동 최적화 연구</a:t>
              </a:r>
            </a:p>
          </p:txBody>
        </p: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71B9E79-90AE-23CC-D965-1E215B5F975E}"/>
              </a:ext>
            </a:extLst>
          </p:cNvPr>
          <p:cNvCxnSpPr>
            <a:cxnSpLocks/>
          </p:cNvCxnSpPr>
          <p:nvPr/>
        </p:nvCxnSpPr>
        <p:spPr>
          <a:xfrm>
            <a:off x="473067" y="583970"/>
            <a:ext cx="11245866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27974BC-5E08-B54E-34E1-182B1EAC69ED}"/>
              </a:ext>
            </a:extLst>
          </p:cNvPr>
          <p:cNvSpPr txBox="1"/>
          <p:nvPr/>
        </p:nvSpPr>
        <p:spPr>
          <a:xfrm>
            <a:off x="4142510" y="5852160"/>
            <a:ext cx="3906981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서강대 </a:t>
            </a:r>
            <a:r>
              <a:rPr lang="en-US" altLang="ko-KR" dirty="0">
                <a:latin typeface="페이퍼로지 6 SemiBold" pitchFamily="2" charset="-127"/>
                <a:ea typeface="페이퍼로지 6 SemiBold" pitchFamily="2" charset="-127"/>
              </a:rPr>
              <a:t>AISW </a:t>
            </a:r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대학원 </a:t>
            </a:r>
            <a:r>
              <a:rPr lang="en-US" altLang="ko-KR" dirty="0">
                <a:latin typeface="페이퍼로지 6 SemiBold" pitchFamily="2" charset="-127"/>
                <a:ea typeface="페이퍼로지 6 SemiBold" pitchFamily="2" charset="-127"/>
              </a:rPr>
              <a:t>| A70071 </a:t>
            </a:r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유지연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B2961CE-1EF5-E6E2-6A0F-45E33F543196}"/>
              </a:ext>
            </a:extLst>
          </p:cNvPr>
          <p:cNvCxnSpPr>
            <a:cxnSpLocks/>
          </p:cNvCxnSpPr>
          <p:nvPr/>
        </p:nvCxnSpPr>
        <p:spPr>
          <a:xfrm>
            <a:off x="473067" y="6564073"/>
            <a:ext cx="11245866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98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81618-8079-6D80-819D-9F1F4782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73F9B-9991-926C-16A8-F5740E37A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22" y="424200"/>
            <a:ext cx="11544124" cy="443198"/>
          </a:xfrm>
        </p:spPr>
        <p:txBody>
          <a:bodyPr lIns="0" tIns="0" rIns="0" bIns="0">
            <a:spAutoFit/>
          </a:bodyPr>
          <a:lstStyle/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서론 </a:t>
            </a:r>
            <a:r>
              <a:rPr lang="en-US" altLang="ko-KR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(Introduction)</a:t>
            </a:r>
            <a:endParaRPr lang="ko-KR" altLang="en-US" sz="2200" dirty="0">
              <a:solidFill>
                <a:srgbClr val="3E63B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424A9C-4434-AFFD-18A2-49AF3EDB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364" y="1369835"/>
            <a:ext cx="9774719" cy="332399"/>
          </a:xfrm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1.01. </a:t>
            </a:r>
            <a:r>
              <a:rPr lang="ko-KR" altLang="en-US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연구 배경 및 동기 </a:t>
            </a:r>
            <a:r>
              <a:rPr lang="en-US" altLang="ko-KR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(Research Background &amp; Motivation)</a:t>
            </a:r>
            <a:endParaRPr lang="ko-KR" altLang="en-US" sz="24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DF61F5-6D0B-8958-AB93-10ED637EC6DF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BC5C41-57C4-EC04-F6D4-0CE2848FC7F5}"/>
              </a:ext>
            </a:extLst>
          </p:cNvPr>
          <p:cNvSpPr/>
          <p:nvPr/>
        </p:nvSpPr>
        <p:spPr>
          <a:xfrm>
            <a:off x="-1" y="0"/>
            <a:ext cx="3033623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105390-6835-CD48-2439-1CC1EDF7FA98}"/>
              </a:ext>
            </a:extLst>
          </p:cNvPr>
          <p:cNvSpPr txBox="1"/>
          <p:nvPr/>
        </p:nvSpPr>
        <p:spPr>
          <a:xfrm>
            <a:off x="1399364" y="1988766"/>
            <a:ext cx="1027505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페이퍼로지 7 Bold" pitchFamily="2" charset="-127"/>
                <a:ea typeface="페이퍼로지 7 Bold" pitchFamily="2" charset="-127"/>
              </a:rPr>
              <a:t>Current Role</a:t>
            </a:r>
            <a:endParaRPr lang="en-US" altLang="ko-KR" sz="1400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742950" lvl="1" indent="-285750">
              <a:buFontTx/>
              <a:buChar char="-"/>
            </a:pP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현재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교보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DTS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에서 금융권 고객사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GPT</a:t>
            </a:r>
            <a:r>
              <a:rPr lang="en-US" altLang="ko-KR" sz="1200" b="1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프로젝트의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RAG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데이터 관리를 위한 관리자 웹 개발 업무를 수행하고 있습니다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742950" lvl="1" indent="-285750">
              <a:buFontTx/>
              <a:buChar char="-"/>
            </a:pPr>
            <a:endParaRPr lang="en-US" altLang="ko-KR" sz="16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Problem</a:t>
            </a:r>
            <a:endParaRPr lang="en-US" altLang="ko-KR" sz="1600" dirty="0"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742950" lvl="1" indent="-285750">
              <a:buFontTx/>
              <a:buChar char="-"/>
            </a:pP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현업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(Biz)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은 원하는 답변 스타일과 방향성이 있으나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직접 프롬프트를 작성하거나 실험할 수 있는 환경이 없습니다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  <a:p>
            <a:pPr marL="742950" lvl="1" indent="-285750">
              <a:buFontTx/>
              <a:buChar char="-"/>
            </a:pP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개발자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(Dev)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는 협업의 의도를 반영하기 위해 프롬프트 엔지니어링에 지속적인 시간과 노력을 투입해야 합니다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금융권 특성 상 프롬프트 역시 시스템의 흐름을 변경하는 요소로 간주되기 때문에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프롬프트 수정 시에도 코드 변경과 동일한 절차</a:t>
            </a:r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개발반영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-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단위테스트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-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운영반영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와 결재 프로세스가 필요한데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이는 개발자에게 높은 시간적 부담과 비효율을 초래합니다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endParaRPr lang="en-US" altLang="ko-KR" sz="16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Idea</a:t>
            </a:r>
          </a:p>
          <a:p>
            <a:endParaRPr lang="en-US" altLang="ko-KR" sz="1200" dirty="0">
              <a:latin typeface="페이퍼로지 7 Bold" pitchFamily="2" charset="-127"/>
              <a:ea typeface="페이퍼로지 7 Bold" pitchFamily="2" charset="-127"/>
            </a:endParaRPr>
          </a:p>
          <a:p>
            <a:pPr marL="742950" lvl="1" indent="-285750">
              <a:buFontTx/>
              <a:buChar char="-"/>
            </a:pP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만약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 ‘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특정 답변 스타일과 유사하게 수렴하도록 강화학습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(RL)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을 수행하여 프롬프트를 자동 생성하는 에이전트가 있다면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프롬프트 작성에 필요한 개발자의 개입을 줄이고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이런 언어적인 부분에 있어서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개발자의 시간과 수고를 덜 수 있지 않을까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?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생각했습니다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사람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개발자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이 주관적으로 의도를 반영하여 작성할 때와 달리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에이전트가 특정 기준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현업이 제공한 모범 답안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에 수렴하도록 설계된 </a:t>
            </a:r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일관된 설계에 따라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프롬프트를 개선해 나가는 방식으로 작동을 하는 것이 보장된다면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프롬프트 수정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==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시스템 흐름 변경으로 간주되던 기존의 결재 프로세스에 새로운 대안을 제시할 수 있지 않을까 합니다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742950" lvl="1" indent="-285750">
              <a:buFontTx/>
              <a:buChar char="-"/>
            </a:pP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950B339-ECFF-8732-268B-3FCE4DD62AAF}"/>
              </a:ext>
            </a:extLst>
          </p:cNvPr>
          <p:cNvCxnSpPr>
            <a:cxnSpLocks/>
          </p:cNvCxnSpPr>
          <p:nvPr/>
        </p:nvCxnSpPr>
        <p:spPr>
          <a:xfrm>
            <a:off x="1391478" y="1273083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09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71F69-7084-5445-57E6-5BB70A26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AF0FBF-EDEA-0540-7F63-EFCC5682C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478" y="2106085"/>
            <a:ext cx="10515600" cy="983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latin typeface="페이퍼로지 7 Bold" pitchFamily="2" charset="-127"/>
                <a:ea typeface="페이퍼로지 7 Bold" pitchFamily="2" charset="-127"/>
              </a:rPr>
              <a:t>Verbal Reinforcement Learning </a:t>
            </a:r>
            <a:r>
              <a:rPr lang="ko-KR" altLang="en-US" sz="1600" dirty="0">
                <a:latin typeface="페이퍼로지 7 Bold" pitchFamily="2" charset="-127"/>
                <a:ea typeface="페이퍼로지 7 Bold" pitchFamily="2" charset="-127"/>
              </a:rPr>
              <a:t>기반의 </a:t>
            </a:r>
            <a:r>
              <a:rPr lang="en-US" altLang="ko-KR" sz="1600" dirty="0">
                <a:latin typeface="페이퍼로지 7 Bold" pitchFamily="2" charset="-127"/>
                <a:ea typeface="페이퍼로지 7 Bold" pitchFamily="2" charset="-127"/>
              </a:rPr>
              <a:t>RAG </a:t>
            </a:r>
            <a:r>
              <a:rPr lang="ko-KR" altLang="en-US" sz="1600" dirty="0" err="1">
                <a:latin typeface="페이퍼로지 7 Bold" pitchFamily="2" charset="-127"/>
                <a:ea typeface="페이퍼로지 7 Bold" pitchFamily="2" charset="-127"/>
              </a:rPr>
              <a:t>챗봇</a:t>
            </a:r>
            <a:r>
              <a:rPr lang="ko-KR" altLang="en-US" sz="1600" dirty="0">
                <a:latin typeface="페이퍼로지 7 Bold" pitchFamily="2" charset="-127"/>
                <a:ea typeface="페이퍼로지 7 Bold" pitchFamily="2" charset="-127"/>
              </a:rPr>
              <a:t> 시스템 프롬프트 자동 최적화 에이전트 연구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B126C1-F5A4-3D2E-264C-B4AB5E24A294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6F5507A-51B4-DAD0-8BD0-4ADB55CBA39B}"/>
              </a:ext>
            </a:extLst>
          </p:cNvPr>
          <p:cNvCxnSpPr>
            <a:cxnSpLocks/>
          </p:cNvCxnSpPr>
          <p:nvPr/>
        </p:nvCxnSpPr>
        <p:spPr>
          <a:xfrm>
            <a:off x="1391478" y="1273083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035AB8-0FF4-4070-C4C4-CDD77B9FD646}"/>
              </a:ext>
            </a:extLst>
          </p:cNvPr>
          <p:cNvSpPr txBox="1"/>
          <p:nvPr/>
        </p:nvSpPr>
        <p:spPr>
          <a:xfrm>
            <a:off x="1479716" y="2617755"/>
            <a:ext cx="101509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본 연구는 금융권 등 보안과 절차가 복잡한 현업 환경에서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개발자의 수동 프롬프트 엔지니어링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(Manual Engineering)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에 의존하지 않고 </a:t>
            </a:r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데이터 기반으로 최적의 시스템 프롬프트를 자동 생성하는 파이프라인 구축을 목표로 합니다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이를 위해 소량의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'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질문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-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모범답안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’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쌍을 이용하여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에이전트가 언어적 강화학습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(Verbal RL)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을 통해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챗봇의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답변 스타일을 스스로 학습하고 최적화하는 과정을 </a:t>
            </a:r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구현 및 검증해보았습니다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3FA347F0-E537-B12D-CB41-4FD81AA86429}"/>
              </a:ext>
            </a:extLst>
          </p:cNvPr>
          <p:cNvSpPr txBox="1">
            <a:spLocks/>
          </p:cNvSpPr>
          <p:nvPr/>
        </p:nvSpPr>
        <p:spPr>
          <a:xfrm>
            <a:off x="1399364" y="1369835"/>
            <a:ext cx="9774719" cy="33239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1.02. </a:t>
            </a:r>
            <a:r>
              <a:rPr lang="ko-KR" altLang="en-US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주제 및 목표 </a:t>
            </a:r>
            <a:r>
              <a:rPr lang="en-US" altLang="ko-KR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(Subject &amp; Goal)</a:t>
            </a:r>
            <a:endParaRPr lang="ko-KR" altLang="en-US" sz="2400" dirty="0">
              <a:solidFill>
                <a:srgbClr val="3E63B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0210A5BC-999A-519A-B333-77BF5B5D2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22" y="424200"/>
            <a:ext cx="11544124" cy="443198"/>
          </a:xfrm>
        </p:spPr>
        <p:txBody>
          <a:bodyPr lIns="0" tIns="0" rIns="0" bIns="0">
            <a:spAutoFit/>
          </a:bodyPr>
          <a:lstStyle/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서론 </a:t>
            </a:r>
            <a:r>
              <a:rPr lang="en-US" altLang="ko-KR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(Introduction)</a:t>
            </a:r>
            <a:endParaRPr lang="ko-KR" altLang="en-US" sz="2200" dirty="0">
              <a:solidFill>
                <a:srgbClr val="3E63B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0C0E11-19F1-2284-E784-9F6CAF06F333}"/>
              </a:ext>
            </a:extLst>
          </p:cNvPr>
          <p:cNvSpPr/>
          <p:nvPr/>
        </p:nvSpPr>
        <p:spPr>
          <a:xfrm>
            <a:off x="-1" y="0"/>
            <a:ext cx="3033623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28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580C7-06E4-FECA-1C5E-2A32E4799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035B1-3F0D-A217-3956-F5C16CDD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22" y="424200"/>
            <a:ext cx="11544124" cy="443198"/>
          </a:xfrm>
        </p:spPr>
        <p:txBody>
          <a:bodyPr lIns="0" tIns="0" rIns="0" bIns="0">
            <a:spAutoFit/>
          </a:bodyPr>
          <a:lstStyle/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문제 정의 및 환경 </a:t>
            </a:r>
            <a:r>
              <a:rPr lang="en-US" altLang="ko-KR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(Problem Formulation)</a:t>
            </a:r>
            <a:endParaRPr lang="ko-KR" altLang="en-US" sz="2200" dirty="0">
              <a:solidFill>
                <a:srgbClr val="3E63B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FB4211-0FB6-3A4A-C5FD-774916BF8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114" y="1424848"/>
            <a:ext cx="2994357" cy="332399"/>
          </a:xfrm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2.01. </a:t>
            </a:r>
            <a:r>
              <a:rPr lang="ko-KR" altLang="en-US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강화 학습 </a:t>
            </a:r>
            <a:r>
              <a:rPr lang="ko-KR" altLang="en-US" sz="2400" dirty="0">
                <a:latin typeface="페이퍼로지 6 SemiBold" pitchFamily="2" charset="-127"/>
                <a:ea typeface="페이퍼로지 6 SemiBold" pitchFamily="2" charset="-127"/>
              </a:rPr>
              <a:t>목표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E2309F-38D7-407E-C038-37F65074F986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5C758-DD47-5AAF-FF64-D3227A14B077}"/>
              </a:ext>
            </a:extLst>
          </p:cNvPr>
          <p:cNvSpPr txBox="1"/>
          <p:nvPr/>
        </p:nvSpPr>
        <p:spPr>
          <a:xfrm>
            <a:off x="1285299" y="1982450"/>
            <a:ext cx="994054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페이퍼로지 7 Bold" pitchFamily="2" charset="-127"/>
                <a:ea typeface="페이퍼로지 7 Bold" pitchFamily="2" charset="-127"/>
              </a:rPr>
              <a:t>최적화 목표 </a:t>
            </a:r>
            <a:r>
              <a:rPr lang="en-US" altLang="ko-KR" sz="1600" b="1" dirty="0">
                <a:latin typeface="페이퍼로지 7 Bold" pitchFamily="2" charset="-127"/>
                <a:ea typeface="페이퍼로지 7 Bold" pitchFamily="2" charset="-127"/>
              </a:rPr>
              <a:t>(Optimization Goal)</a:t>
            </a:r>
          </a:p>
          <a:p>
            <a:endParaRPr lang="en-US" altLang="ko-KR" sz="16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742950" lvl="1" indent="-285750">
              <a:buFontTx/>
              <a:buChar char="-"/>
            </a:pP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RAG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챗봇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(Target LLM)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이 모범 답안의 스타일과 내용을 가장 잘 반영하도록 하는 최적의 시스템 프롬프트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(P*)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를 탐색합니다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수치적 파라미터 업데이트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(Fine-tuning)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없이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언어적 피드백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en-US" altLang="ko-KR" sz="1200" dirty="0" err="1">
                <a:latin typeface="페이퍼로지 4 Regular" pitchFamily="2" charset="-127"/>
                <a:ea typeface="페이퍼로지 4 Regular" pitchFamily="2" charset="-127"/>
              </a:rPr>
              <a:t>Reflexion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state, reward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포함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만으로 에이전트의 정책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(Policy)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이 개선됨을 검증하고자 합니다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742950" lvl="1" indent="-285750">
              <a:buFontTx/>
              <a:buChar char="-"/>
            </a:pP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lvl="1"/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P: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학습 대상이 되는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‘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프롬프트 전문가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LLM agent’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가 만드는 모든 프롬프트</a:t>
            </a:r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P*: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P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중에서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보상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모범답안과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해당 프롬프트를 사용한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Target LLM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이 생성한 응답과의 유사도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을 최대화 하는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 , ‘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최적의 프롬프트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’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6A32C04-1BB2-8C93-6AB3-3CB92F7E59D9}"/>
              </a:ext>
            </a:extLst>
          </p:cNvPr>
          <p:cNvCxnSpPr>
            <a:cxnSpLocks/>
          </p:cNvCxnSpPr>
          <p:nvPr/>
        </p:nvCxnSpPr>
        <p:spPr>
          <a:xfrm>
            <a:off x="1391478" y="1273083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C8A83F-E066-28D2-9B8D-FC9C8BE3C284}"/>
              </a:ext>
            </a:extLst>
          </p:cNvPr>
          <p:cNvSpPr/>
          <p:nvPr/>
        </p:nvSpPr>
        <p:spPr>
          <a:xfrm>
            <a:off x="3033622" y="0"/>
            <a:ext cx="3315766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01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B8B7-CE27-2572-4F2D-656EA76B2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864E90-14E0-6824-B33A-65989F247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114" y="1424848"/>
            <a:ext cx="2994357" cy="332399"/>
          </a:xfrm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2.02. </a:t>
            </a:r>
            <a:r>
              <a:rPr lang="ko-KR" altLang="en-US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강화 학습 </a:t>
            </a:r>
            <a:r>
              <a:rPr lang="ko-KR" altLang="en-US" sz="2400" dirty="0">
                <a:latin typeface="페이퍼로지 6 SemiBold" pitchFamily="2" charset="-127"/>
                <a:ea typeface="페이퍼로지 6 SemiBold" pitchFamily="2" charset="-127"/>
              </a:rPr>
              <a:t>환경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B3C2E0-F8F8-15CD-DB69-749B6DD007BC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DC00E-568F-6D4C-628F-1B3288B78D86}"/>
              </a:ext>
            </a:extLst>
          </p:cNvPr>
          <p:cNvSpPr txBox="1"/>
          <p:nvPr/>
        </p:nvSpPr>
        <p:spPr>
          <a:xfrm>
            <a:off x="1285299" y="1982450"/>
            <a:ext cx="9940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페이퍼로지 7 Bold" pitchFamily="2" charset="-127"/>
                <a:ea typeface="페이퍼로지 7 Bold" pitchFamily="2" charset="-127"/>
              </a:rPr>
              <a:t>Agent &amp; Environment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A8CC1D8-6FE3-6DF4-6205-BC1CCE41AEE3}"/>
              </a:ext>
            </a:extLst>
          </p:cNvPr>
          <p:cNvCxnSpPr>
            <a:cxnSpLocks/>
          </p:cNvCxnSpPr>
          <p:nvPr/>
        </p:nvCxnSpPr>
        <p:spPr>
          <a:xfrm>
            <a:off x="1391478" y="1273083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07E37A6-3C4C-CA1F-4086-DE44E8E2C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733205"/>
              </p:ext>
            </p:extLst>
          </p:nvPr>
        </p:nvGraphicFramePr>
        <p:xfrm>
          <a:off x="1391478" y="2521882"/>
          <a:ext cx="10327454" cy="1102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4636">
                  <a:extLst>
                    <a:ext uri="{9D8B030D-6E8A-4147-A177-3AD203B41FA5}">
                      <a16:colId xmlns:a16="http://schemas.microsoft.com/office/drawing/2014/main" val="3988696457"/>
                    </a:ext>
                  </a:extLst>
                </a:gridCol>
                <a:gridCol w="4099743">
                  <a:extLst>
                    <a:ext uri="{9D8B030D-6E8A-4147-A177-3AD203B41FA5}">
                      <a16:colId xmlns:a16="http://schemas.microsoft.com/office/drawing/2014/main" val="3038736766"/>
                    </a:ext>
                  </a:extLst>
                </a:gridCol>
                <a:gridCol w="4973075">
                  <a:extLst>
                    <a:ext uri="{9D8B030D-6E8A-4147-A177-3AD203B41FA5}">
                      <a16:colId xmlns:a16="http://schemas.microsoft.com/office/drawing/2014/main" val="2242635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정의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본 프로젝트 내 구현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81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Agent 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정책을 가지고 행동하는 주체</a:t>
                      </a:r>
                      <a:endParaRPr lang="en-US" altLang="ko-KR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(State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를 보고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,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Reward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를 높이기 위해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,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Action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을 고치는 주체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프롬프트 전문가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LLM (Optimizer LLM)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594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Environment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행동을 받아 결과를 반환하는 시스템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RAG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12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챗봇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LLM (Target LLM )  +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데이터셋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088617"/>
                  </a:ext>
                </a:extLst>
              </a:tr>
            </a:tbl>
          </a:graphicData>
        </a:graphic>
      </p:graphicFrame>
      <p:sp>
        <p:nvSpPr>
          <p:cNvPr id="12" name="제목 1">
            <a:extLst>
              <a:ext uri="{FF2B5EF4-FFF2-40B4-BE49-F238E27FC236}">
                <a16:creationId xmlns:a16="http://schemas.microsoft.com/office/drawing/2014/main" id="{757EF970-4BD8-7C82-BA09-D4131039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22" y="424200"/>
            <a:ext cx="11544124" cy="443198"/>
          </a:xfrm>
        </p:spPr>
        <p:txBody>
          <a:bodyPr lIns="0" tIns="0" rIns="0" bIns="0">
            <a:spAutoFit/>
          </a:bodyPr>
          <a:lstStyle/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문제 정의 및 환경 </a:t>
            </a:r>
            <a:r>
              <a:rPr lang="en-US" altLang="ko-KR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(Problem Formulation)</a:t>
            </a:r>
            <a:endParaRPr lang="ko-KR" altLang="en-US" sz="2200" dirty="0">
              <a:solidFill>
                <a:srgbClr val="3E63B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83B5AF1-51BD-D4A0-39D2-B576623EC62E}"/>
              </a:ext>
            </a:extLst>
          </p:cNvPr>
          <p:cNvSpPr/>
          <p:nvPr/>
        </p:nvSpPr>
        <p:spPr>
          <a:xfrm>
            <a:off x="3033622" y="0"/>
            <a:ext cx="3315766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411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8A5AD-68FC-C277-4EA3-6205089D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4687D-28B0-CB46-F078-0A7B70E03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114" y="1424848"/>
            <a:ext cx="4092788" cy="332399"/>
          </a:xfrm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2.03. </a:t>
            </a:r>
            <a:r>
              <a:rPr lang="ko-KR" altLang="en-US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강화 학습 </a:t>
            </a:r>
            <a:r>
              <a:rPr lang="ko-KR" altLang="en-US" sz="2400" dirty="0">
                <a:latin typeface="페이퍼로지 6 SemiBold" pitchFamily="2" charset="-127"/>
                <a:ea typeface="페이퍼로지 6 SemiBold" pitchFamily="2" charset="-127"/>
              </a:rPr>
              <a:t>데이터셋 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7E811F-13E1-A4A0-A78B-6BF48949223A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729C31D-16D1-F0D8-DCC1-BE29C73B5883}"/>
              </a:ext>
            </a:extLst>
          </p:cNvPr>
          <p:cNvCxnSpPr>
            <a:cxnSpLocks/>
          </p:cNvCxnSpPr>
          <p:nvPr/>
        </p:nvCxnSpPr>
        <p:spPr>
          <a:xfrm>
            <a:off x="1391478" y="1273083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B8B229-1C75-33E3-A45C-A5F146232795}"/>
              </a:ext>
            </a:extLst>
          </p:cNvPr>
          <p:cNvSpPr txBox="1"/>
          <p:nvPr/>
        </p:nvSpPr>
        <p:spPr>
          <a:xfrm>
            <a:off x="1342808" y="1940535"/>
            <a:ext cx="1337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페이퍼로지 7 Bold" pitchFamily="2" charset="-127"/>
                <a:ea typeface="페이퍼로지 7 Bold" pitchFamily="2" charset="-127"/>
              </a:rPr>
              <a:t>Datasets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36A2284-2139-C577-CE1F-9B85E3EF6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057578"/>
              </p:ext>
            </p:extLst>
          </p:nvPr>
        </p:nvGraphicFramePr>
        <p:xfrm>
          <a:off x="1405114" y="2382716"/>
          <a:ext cx="10398599" cy="1102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7880">
                  <a:extLst>
                    <a:ext uri="{9D8B030D-6E8A-4147-A177-3AD203B41FA5}">
                      <a16:colId xmlns:a16="http://schemas.microsoft.com/office/drawing/2014/main" val="3988696457"/>
                    </a:ext>
                  </a:extLst>
                </a:gridCol>
                <a:gridCol w="3315178">
                  <a:extLst>
                    <a:ext uri="{9D8B030D-6E8A-4147-A177-3AD203B41FA5}">
                      <a16:colId xmlns:a16="http://schemas.microsoft.com/office/drawing/2014/main" val="3038736766"/>
                    </a:ext>
                  </a:extLst>
                </a:gridCol>
                <a:gridCol w="5475541">
                  <a:extLst>
                    <a:ext uri="{9D8B030D-6E8A-4147-A177-3AD203B41FA5}">
                      <a16:colId xmlns:a16="http://schemas.microsoft.com/office/drawing/2014/main" val="2242635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특징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81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KorQuAD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v1.0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squad_kor_v1 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문서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(context),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질문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(question), answers(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단답형 응답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으로 구성</a:t>
                      </a:r>
                      <a:endParaRPr lang="en-US" altLang="ko-KR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594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KLUE RAG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iamjoon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/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klue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mrc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-ko-rag-dataset</a:t>
                      </a:r>
                    </a:p>
                    <a:p>
                      <a:pPr latinLnBrk="1"/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문서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질문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, (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서술형 응답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으로 구성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46971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E5FAC8-5CED-9DE4-9328-CA665F75B88C}"/>
              </a:ext>
            </a:extLst>
          </p:cNvPr>
          <p:cNvSpPr txBox="1"/>
          <p:nvPr/>
        </p:nvSpPr>
        <p:spPr>
          <a:xfrm>
            <a:off x="1342808" y="4089300"/>
            <a:ext cx="23895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페이퍼로지 7 Bold" pitchFamily="2" charset="-127"/>
                <a:ea typeface="페이퍼로지 7 Bold" pitchFamily="2" charset="-127"/>
              </a:rPr>
              <a:t>Preprocessing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184AFF-88C7-1B31-16E9-E1FBCB32CBEF}"/>
              </a:ext>
            </a:extLst>
          </p:cNvPr>
          <p:cNvSpPr txBox="1"/>
          <p:nvPr/>
        </p:nvSpPr>
        <p:spPr>
          <a:xfrm>
            <a:off x="1342808" y="4507515"/>
            <a:ext cx="10263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Azure OpenAI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는 정치적 가치 판단 등이 포함된 질문 혹은 문맥이 들어가면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LLM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호출이 실패하는 경우가 있었다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이에 따라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호출 실패가 발생한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episode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의 데이터는 평균 점수 계산에서 제외하도록 방어 로직을 구성해 두었으나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학습 안정성을 위해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 dataset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내 일부 단어를 금지어로 지정하고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dataset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로드 과정에서 해당 단어들을 사전에 필터링 하였습니다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019ECA9E-0760-63F6-3194-93DD62610E95}"/>
              </a:ext>
            </a:extLst>
          </p:cNvPr>
          <p:cNvSpPr txBox="1">
            <a:spLocks/>
          </p:cNvSpPr>
          <p:nvPr/>
        </p:nvSpPr>
        <p:spPr>
          <a:xfrm>
            <a:off x="204122" y="424200"/>
            <a:ext cx="11544124" cy="44319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문제 정의 및 환경 </a:t>
            </a:r>
            <a:r>
              <a:rPr lang="en-US" altLang="ko-KR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(Problem Formulation)</a:t>
            </a:r>
            <a:endParaRPr lang="ko-KR" altLang="en-US" sz="2200" dirty="0">
              <a:solidFill>
                <a:srgbClr val="3E63B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3F5088-C7D4-48CD-94DB-10139D68ECA5}"/>
              </a:ext>
            </a:extLst>
          </p:cNvPr>
          <p:cNvSpPr/>
          <p:nvPr/>
        </p:nvSpPr>
        <p:spPr>
          <a:xfrm>
            <a:off x="3033622" y="0"/>
            <a:ext cx="3315766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B8311-0742-82B9-EAF0-D34AE268C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A68BC7-F569-1576-5FC1-BBF84886B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114" y="1424848"/>
            <a:ext cx="3977769" cy="332399"/>
          </a:xfrm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2.04. </a:t>
            </a:r>
            <a:r>
              <a:rPr lang="ko-KR" altLang="en-US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강화 학습 </a:t>
            </a:r>
            <a:r>
              <a:rPr lang="ko-KR" altLang="en-US" sz="2400" dirty="0">
                <a:latin typeface="페이퍼로지 6 SemiBold" pitchFamily="2" charset="-127"/>
                <a:ea typeface="페이퍼로지 6 SemiBold" pitchFamily="2" charset="-127"/>
              </a:rPr>
              <a:t>구성 요소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02ECE1-ADF7-0A61-3540-081451CA37C8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F97CE-72F6-09C8-4499-370688B1960E}"/>
              </a:ext>
            </a:extLst>
          </p:cNvPr>
          <p:cNvSpPr txBox="1"/>
          <p:nvPr/>
        </p:nvSpPr>
        <p:spPr>
          <a:xfrm>
            <a:off x="1391478" y="1982450"/>
            <a:ext cx="983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페이퍼로지 7 Bold" pitchFamily="2" charset="-127"/>
                <a:ea typeface="페이퍼로지 7 Bold" pitchFamily="2" charset="-127"/>
              </a:rPr>
              <a:t>State,</a:t>
            </a:r>
            <a:r>
              <a:rPr lang="ko-KR" altLang="en-US" sz="160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600" dirty="0">
                <a:latin typeface="페이퍼로지 7 Bold" pitchFamily="2" charset="-127"/>
                <a:ea typeface="페이퍼로지 7 Bold" pitchFamily="2" charset="-127"/>
              </a:rPr>
              <a:t>Action,</a:t>
            </a:r>
            <a:r>
              <a:rPr lang="ko-KR" altLang="en-US" sz="160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600" dirty="0">
                <a:latin typeface="페이퍼로지 7 Bold" pitchFamily="2" charset="-127"/>
                <a:ea typeface="페이퍼로지 7 Bold" pitchFamily="2" charset="-127"/>
              </a:rPr>
              <a:t>Reward</a:t>
            </a:r>
            <a:endParaRPr lang="en-US" altLang="ko-KR" sz="16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33E851B-56FC-5E35-1774-5A48DAE80F0D}"/>
              </a:ext>
            </a:extLst>
          </p:cNvPr>
          <p:cNvCxnSpPr>
            <a:cxnSpLocks/>
          </p:cNvCxnSpPr>
          <p:nvPr/>
        </p:nvCxnSpPr>
        <p:spPr>
          <a:xfrm>
            <a:off x="1391478" y="1273083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0ED1E87-7C5E-80A7-ECF3-86DC65103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510104"/>
              </p:ext>
            </p:extLst>
          </p:nvPr>
        </p:nvGraphicFramePr>
        <p:xfrm>
          <a:off x="1405113" y="2624093"/>
          <a:ext cx="1031382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7061">
                  <a:extLst>
                    <a:ext uri="{9D8B030D-6E8A-4147-A177-3AD203B41FA5}">
                      <a16:colId xmlns:a16="http://schemas.microsoft.com/office/drawing/2014/main" val="3988696457"/>
                    </a:ext>
                  </a:extLst>
                </a:gridCol>
                <a:gridCol w="2633932">
                  <a:extLst>
                    <a:ext uri="{9D8B030D-6E8A-4147-A177-3AD203B41FA5}">
                      <a16:colId xmlns:a16="http://schemas.microsoft.com/office/drawing/2014/main" val="3038736766"/>
                    </a:ext>
                  </a:extLst>
                </a:gridCol>
                <a:gridCol w="6502827">
                  <a:extLst>
                    <a:ext uri="{9D8B030D-6E8A-4147-A177-3AD203B41FA5}">
                      <a16:colId xmlns:a16="http://schemas.microsoft.com/office/drawing/2014/main" val="2242635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정의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본 프로젝트 내 구현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81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State (S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Agent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가 의사결정을 위해 취하는 정보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Optimizer LLM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에게 건네는 모든 정보</a:t>
                      </a:r>
                      <a:endParaRPr lang="en-US" altLang="ko-KR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(1)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직전 프롬프트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(A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t-2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b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== Target LLM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 직전에 사용한 프롬프트이자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, Optimizer LLM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 직전에 생성한 프롬프트</a:t>
                      </a:r>
                      <a:endParaRPr lang="en-US" altLang="ko-KR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(2)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직전 보상 점수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(R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t-2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 … </a:t>
                      </a:r>
                      <a:r>
                        <a:rPr lang="ko-KR" altLang="en-US" sz="12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두단계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전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R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의 평균 값</a:t>
                      </a:r>
                      <a:endParaRPr lang="en-US" altLang="ko-KR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(1)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직전 프롬프트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(A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t-1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b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== Target LLM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 직전에 사용한 프롬프트이자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, Optimizer LLM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 직전에 생성한 프롬프트</a:t>
                      </a:r>
                      <a:endParaRPr lang="en-US" altLang="ko-KR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(2)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직전 보상 점수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(R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t-1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 …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직전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R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의 평균 값</a:t>
                      </a:r>
                      <a:b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</a:b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(3)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오답 노트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…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직전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batch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중 가장 점수가 낮았던 케이스의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질문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정답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-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오답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쌍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550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Action (A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Agent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가 취하는 행동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프롬프트 생성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(Text generation)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== Optimizer LLM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Target LLM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에 주입할 시스템 프롬프트를 생성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49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Reward (R</a:t>
                      </a:r>
                      <a:r>
                        <a:rPr lang="en-US" altLang="ko-KR" sz="10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행동의 좋고 나쁨을 평가하는 스칼라 값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Cosine Similarity (0.0 – 1.0)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Target LLM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의 응답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Embedding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값과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모범답안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Embedding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값 의 벡터 유사도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320695"/>
                  </a:ext>
                </a:extLst>
              </a:tr>
            </a:tbl>
          </a:graphicData>
        </a:graphic>
      </p:graphicFrame>
      <p:sp>
        <p:nvSpPr>
          <p:cNvPr id="12" name="제목 1">
            <a:extLst>
              <a:ext uri="{FF2B5EF4-FFF2-40B4-BE49-F238E27FC236}">
                <a16:creationId xmlns:a16="http://schemas.microsoft.com/office/drawing/2014/main" id="{D3890159-0963-136E-A032-E33FED88D004}"/>
              </a:ext>
            </a:extLst>
          </p:cNvPr>
          <p:cNvSpPr txBox="1">
            <a:spLocks/>
          </p:cNvSpPr>
          <p:nvPr/>
        </p:nvSpPr>
        <p:spPr>
          <a:xfrm>
            <a:off x="204122" y="424200"/>
            <a:ext cx="11544124" cy="44319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문제 정의 및 환경 </a:t>
            </a:r>
            <a:r>
              <a:rPr lang="en-US" altLang="ko-KR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(Problem Formulation)</a:t>
            </a:r>
            <a:endParaRPr lang="ko-KR" altLang="en-US" sz="2200" dirty="0">
              <a:solidFill>
                <a:srgbClr val="3E63B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79F35A-4776-FE75-AD06-D754E17C55F5}"/>
              </a:ext>
            </a:extLst>
          </p:cNvPr>
          <p:cNvSpPr/>
          <p:nvPr/>
        </p:nvSpPr>
        <p:spPr>
          <a:xfrm>
            <a:off x="3033622" y="0"/>
            <a:ext cx="3315766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677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58179-C828-7091-2603-377EF75B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062E1-7419-8AA2-1FDC-011EAD16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22" y="424200"/>
            <a:ext cx="11544124" cy="443198"/>
          </a:xfrm>
        </p:spPr>
        <p:txBody>
          <a:bodyPr lIns="0" tIns="0" rIns="0" bIns="0">
            <a:spAutoFit/>
          </a:bodyPr>
          <a:lstStyle/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강화학습 알고리즘 </a:t>
            </a:r>
            <a:r>
              <a:rPr lang="en-US" altLang="ko-KR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(RL Algorithm)</a:t>
            </a:r>
            <a:r>
              <a:rPr lang="ko-KR" altLang="en-US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CE1FD-7E70-C9EA-C745-C0CFCADD0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113" y="1424848"/>
            <a:ext cx="6462177" cy="332399"/>
          </a:xfrm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3.01. </a:t>
            </a:r>
            <a:r>
              <a:rPr lang="ko-KR" altLang="en-US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설계 </a:t>
            </a:r>
            <a:r>
              <a:rPr lang="ko-KR" altLang="en-US" sz="2400" dirty="0">
                <a:latin typeface="페이퍼로지 6 SemiBold" pitchFamily="2" charset="-127"/>
                <a:ea typeface="페이퍼로지 6 SemiBold" pitchFamily="2" charset="-127"/>
              </a:rPr>
              <a:t>주안점</a:t>
            </a:r>
            <a:r>
              <a:rPr lang="en-US" altLang="ko-KR" sz="2400" dirty="0">
                <a:latin typeface="페이퍼로지 6 SemiBold" pitchFamily="2" charset="-127"/>
                <a:ea typeface="페이퍼로지 6 SemiBold" pitchFamily="2" charset="-127"/>
              </a:rPr>
              <a:t> (Design Philosophy)</a:t>
            </a:r>
            <a:endParaRPr lang="ko-KR" altLang="en-US" sz="24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339D19-BEF5-1CF3-91F4-BC6242DAEE62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9D1100-1320-5334-F337-A70ABF934E52}"/>
              </a:ext>
            </a:extLst>
          </p:cNvPr>
          <p:cNvSpPr/>
          <p:nvPr/>
        </p:nvSpPr>
        <p:spPr>
          <a:xfrm>
            <a:off x="6349388" y="0"/>
            <a:ext cx="3033623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84B53-BFC2-842B-6AE8-5F66624AD497}"/>
              </a:ext>
            </a:extLst>
          </p:cNvPr>
          <p:cNvSpPr txBox="1"/>
          <p:nvPr/>
        </p:nvSpPr>
        <p:spPr>
          <a:xfrm>
            <a:off x="1316095" y="1985265"/>
            <a:ext cx="983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페이퍼로지 7 Bold" pitchFamily="2" charset="-127"/>
                <a:ea typeface="페이퍼로지 7 Bold" pitchFamily="2" charset="-127"/>
              </a:rPr>
              <a:t>Verbal Reinforcement Learning</a:t>
            </a:r>
            <a:endParaRPr lang="en-US" altLang="ko-KR" sz="1600" b="1" dirty="0">
              <a:latin typeface="페이퍼로지 7 Bold" pitchFamily="2" charset="-127"/>
              <a:ea typeface="페이퍼로지 7 Bold" pitchFamily="2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85A7813-38AD-29BF-1672-0865B8D4F7DC}"/>
              </a:ext>
            </a:extLst>
          </p:cNvPr>
          <p:cNvCxnSpPr>
            <a:cxnSpLocks/>
          </p:cNvCxnSpPr>
          <p:nvPr/>
        </p:nvCxnSpPr>
        <p:spPr>
          <a:xfrm>
            <a:off x="1405114" y="1258649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E99F73-28DA-DCE5-5D57-CE6F43F67F05}"/>
              </a:ext>
            </a:extLst>
          </p:cNvPr>
          <p:cNvSpPr txBox="1"/>
          <p:nvPr/>
        </p:nvSpPr>
        <p:spPr>
          <a:xfrm>
            <a:off x="1316095" y="2551837"/>
            <a:ext cx="106631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본 연구는 모델의 파라미터를 수학적으로 직접 업데이트 하지는 않았으나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</a:p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강화학습의 핵심 구조인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MDP(Markov Decision Process)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를 모티브로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언어적 피드백 관점에서 재구성하여 구현하였습니다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  <a:p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Target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LLM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은 블랙박스이므로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파라미터 변화에 따른 보상의 변화 계산이 어려우므로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</a:t>
            </a:r>
            <a:endParaRPr lang="en-US" altLang="ko-KR" sz="120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언어적 피드백</a:t>
            </a:r>
            <a:r>
              <a:rPr lang="en-US" altLang="ko-KR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현재 보상</a:t>
            </a:r>
            <a:r>
              <a:rPr lang="en-US" altLang="ko-KR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직전 단계 보상</a:t>
            </a:r>
            <a:r>
              <a:rPr lang="en-US" altLang="ko-KR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·</a:t>
            </a:r>
            <a:r>
              <a:rPr lang="ko-KR" altLang="en-US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프롬프트</a:t>
            </a:r>
            <a:r>
              <a:rPr lang="en-US" altLang="ko-KR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최악 사례 설명</a:t>
            </a:r>
            <a:r>
              <a:rPr lang="en-US" altLang="ko-KR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을 컨텍스트로 제공해 </a:t>
            </a:r>
            <a:r>
              <a:rPr lang="en-US" altLang="ko-KR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LLM</a:t>
            </a:r>
            <a:r>
              <a:rPr lang="ko-KR" altLang="en-US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이 자체적으로 정책을 조정하도록 유도했습니다</a:t>
            </a:r>
            <a:r>
              <a:rPr lang="en-US" altLang="ko-KR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. </a:t>
            </a:r>
          </a:p>
          <a:p>
            <a:endParaRPr lang="en-US" altLang="ko-KR" sz="120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매</a:t>
            </a:r>
            <a:r>
              <a:rPr lang="en-US" altLang="ko-KR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시도에서 독립적으로 </a:t>
            </a:r>
            <a:r>
              <a:rPr lang="en-US" altLang="ko-KR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reward </a:t>
            </a:r>
            <a:r>
              <a:rPr lang="ko-KR" altLang="en-US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를 계산하는 </a:t>
            </a:r>
            <a:r>
              <a:rPr lang="ko-KR" altLang="en-US" sz="1200" dirty="0" err="1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컨택스트밴딧</a:t>
            </a:r>
            <a:r>
              <a:rPr lang="ko-KR" altLang="en-US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 구조이지만</a:t>
            </a:r>
            <a:r>
              <a:rPr lang="en-US" altLang="ko-KR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en-US" altLang="ko-KR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MDP</a:t>
            </a:r>
            <a:r>
              <a:rPr lang="ko-KR" altLang="en-US" sz="1200" dirty="0">
                <a:solidFill>
                  <a:srgbClr val="24292E"/>
                </a:solidFill>
                <a:latin typeface="페이퍼로지 4 Regular" pitchFamily="2" charset="-127"/>
                <a:ea typeface="페이퍼로지 4 Regular" pitchFamily="2" charset="-127"/>
              </a:rPr>
              <a:t>의 아이디어</a:t>
            </a:r>
            <a:r>
              <a:rPr lang="ko-KR" altLang="en-US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를 활용해 </a:t>
            </a:r>
            <a:br>
              <a:rPr lang="en-US" altLang="ko-KR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직전 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2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단계 프롬프트와 유사도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최악 사례를 포함한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State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와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Reward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를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agent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에 건네어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Policy(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정책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프롬프트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개선을 구현하고자 하였습니다</a:t>
            </a:r>
            <a:r>
              <a:rPr lang="en-US" altLang="ko-KR" sz="120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endParaRPr lang="ko-KR" alt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6125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52C6A-B6F2-C2CC-BD65-176CE024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C95BD-308F-6FED-1B2E-68513A55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22" y="424200"/>
            <a:ext cx="11544124" cy="443198"/>
          </a:xfrm>
        </p:spPr>
        <p:txBody>
          <a:bodyPr lIns="0" tIns="0" rIns="0" bIns="0">
            <a:spAutoFit/>
          </a:bodyPr>
          <a:lstStyle/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강화학습 알고리즘 </a:t>
            </a:r>
            <a:r>
              <a:rPr lang="en-US" altLang="ko-KR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(RL Algorithm)</a:t>
            </a:r>
            <a:r>
              <a:rPr lang="ko-KR" altLang="en-US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1A6DF4-AE54-DB47-A1CF-D1901265D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114" y="1424848"/>
            <a:ext cx="6007852" cy="332399"/>
          </a:xfrm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3.02. </a:t>
            </a:r>
            <a:r>
              <a:rPr lang="ko-KR" altLang="en-US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학습 프로세스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CB30E2-965A-7852-F7E0-059BC375DF3B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AE3A0C-2A4F-2605-809D-6A3DAD7024D6}"/>
              </a:ext>
            </a:extLst>
          </p:cNvPr>
          <p:cNvSpPr/>
          <p:nvPr/>
        </p:nvSpPr>
        <p:spPr>
          <a:xfrm>
            <a:off x="6349388" y="0"/>
            <a:ext cx="3033623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08ABE06-4884-D673-C363-CF61F2F45638}"/>
              </a:ext>
            </a:extLst>
          </p:cNvPr>
          <p:cNvCxnSpPr>
            <a:cxnSpLocks/>
          </p:cNvCxnSpPr>
          <p:nvPr/>
        </p:nvCxnSpPr>
        <p:spPr>
          <a:xfrm>
            <a:off x="1391478" y="1273083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다이어그램 17">
            <a:extLst>
              <a:ext uri="{FF2B5EF4-FFF2-40B4-BE49-F238E27FC236}">
                <a16:creationId xmlns:a16="http://schemas.microsoft.com/office/drawing/2014/main" id="{452EA80F-87DE-2BBC-B784-BE07A68E23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919427"/>
              </p:ext>
            </p:extLst>
          </p:nvPr>
        </p:nvGraphicFramePr>
        <p:xfrm>
          <a:off x="1404879" y="1876876"/>
          <a:ext cx="2093594" cy="3967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AA03158-54A5-C51F-D11B-854BEC1B4DEE}"/>
              </a:ext>
            </a:extLst>
          </p:cNvPr>
          <p:cNvSpPr txBox="1"/>
          <p:nvPr/>
        </p:nvSpPr>
        <p:spPr>
          <a:xfrm>
            <a:off x="3638760" y="2751237"/>
            <a:ext cx="33716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직전 두 단계의 프롬프트</a:t>
            </a:r>
            <a: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보상과</a:t>
            </a:r>
            <a:b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최악 사례 설명을 묶어 </a:t>
            </a:r>
            <a: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state</a:t>
            </a: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로 구성합니다</a:t>
            </a:r>
            <a: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731B532-8212-3FC4-12C5-43E7198F22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0253" y="1620628"/>
            <a:ext cx="2569819" cy="240159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77E4D11-46B9-6BF4-F494-D85E0E927021}"/>
              </a:ext>
            </a:extLst>
          </p:cNvPr>
          <p:cNvSpPr txBox="1"/>
          <p:nvPr/>
        </p:nvSpPr>
        <p:spPr>
          <a:xfrm>
            <a:off x="3638760" y="3429000"/>
            <a:ext cx="3624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state </a:t>
            </a: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를 </a:t>
            </a:r>
            <a:r>
              <a:rPr lang="ko-KR" altLang="en-US" sz="1200" b="0" i="0" dirty="0" err="1">
                <a:effectLst/>
                <a:latin typeface="페이퍼로지 4 Regular" pitchFamily="2" charset="-127"/>
                <a:ea typeface="페이퍼로지 4 Regular" pitchFamily="2" charset="-127"/>
              </a:rPr>
              <a:t>입력받은</a:t>
            </a: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200" b="0" i="0" dirty="0">
                <a:solidFill>
                  <a:schemeClr val="accent2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Optimizer LLM </a:t>
            </a: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에이전트가 </a:t>
            </a:r>
            <a:b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새로운 시스템 프롬프트</a:t>
            </a:r>
            <a: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정책</a:t>
            </a:r>
            <a: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를 제안합니다</a:t>
            </a:r>
            <a: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D594A9-BC2B-E34C-75DC-379E3D1671A0}"/>
              </a:ext>
            </a:extLst>
          </p:cNvPr>
          <p:cNvSpPr txBox="1"/>
          <p:nvPr/>
        </p:nvSpPr>
        <p:spPr>
          <a:xfrm>
            <a:off x="3638760" y="4176564"/>
            <a:ext cx="37908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200" b="0" i="0" dirty="0">
                <a:solidFill>
                  <a:schemeClr val="accent2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제안된 프롬프트</a:t>
            </a: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로 </a:t>
            </a:r>
            <a:r>
              <a:rPr lang="en-US" altLang="ko-KR" sz="1200" b="0" i="0" dirty="0">
                <a:solidFill>
                  <a:schemeClr val="accent6">
                    <a:lumMod val="75000"/>
                  </a:schemeClr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Target LLM</a:t>
            </a:r>
            <a:r>
              <a:rPr lang="ko-KR" altLang="en-US" sz="1200" b="0" i="0" dirty="0">
                <a:solidFill>
                  <a:schemeClr val="accent6">
                    <a:lumMod val="75000"/>
                  </a:schemeClr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이 생성한 응답과</a:t>
            </a:r>
            <a:br>
              <a:rPr lang="en-US" altLang="ko-KR" sz="1200" b="0" i="0" dirty="0">
                <a:solidFill>
                  <a:schemeClr val="accent6">
                    <a:lumMod val="75000"/>
                  </a:schemeClr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1200" b="0" i="0" dirty="0">
                <a:solidFill>
                  <a:schemeClr val="accent6">
                    <a:lumMod val="75000"/>
                  </a:schemeClr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모범 답안을 비교해 유사도를 계산</a:t>
            </a: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합니다</a:t>
            </a:r>
            <a: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이때</a:t>
            </a:r>
            <a: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,</a:t>
            </a:r>
          </a:p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특이 데이터셋에 의한 혼란을 피하기 위해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N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개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en-US" altLang="ko-KR" sz="1200" dirty="0" err="1">
                <a:latin typeface="페이퍼로지 4 Regular" pitchFamily="2" charset="-127"/>
                <a:ea typeface="페이퍼로지 4 Regular" pitchFamily="2" charset="-127"/>
              </a:rPr>
              <a:t>Batch_size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에 대해 수행 후 평균 점수를 계산합니다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D453A3-802A-669E-C480-36FBCF4C96C7}"/>
              </a:ext>
            </a:extLst>
          </p:cNvPr>
          <p:cNvSpPr txBox="1"/>
          <p:nvPr/>
        </p:nvSpPr>
        <p:spPr>
          <a:xfrm>
            <a:off x="3638760" y="5307918"/>
            <a:ext cx="48481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위 과정을 반복 수행하여 언어적 피드백 기반 정책 성능을 점진적으로 높입니다</a:t>
            </a:r>
            <a:r>
              <a:rPr lang="en-US" altLang="ko-KR" sz="1200" b="0" i="0" dirty="0">
                <a:effectLst/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2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58E88105-298A-2E43-5FF2-C01E7477D5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0253" y="4121260"/>
            <a:ext cx="4106310" cy="94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49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5B16B-481A-CEE2-5902-CD1F74E9D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4A9BB-6135-1190-7B1B-AFFB6FB2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22" y="424200"/>
            <a:ext cx="11544124" cy="443198"/>
          </a:xfrm>
        </p:spPr>
        <p:txBody>
          <a:bodyPr lIns="0" tIns="0" rIns="0" bIns="0">
            <a:spAutoFit/>
          </a:bodyPr>
          <a:lstStyle/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강화학습 알고리즘 </a:t>
            </a:r>
            <a:r>
              <a:rPr lang="en-US" altLang="ko-KR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(RL Algorithm)</a:t>
            </a:r>
            <a:r>
              <a:rPr lang="ko-KR" altLang="en-US" sz="2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CC8CBE-9DCD-7D04-79CC-89CDCD117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114" y="1424848"/>
            <a:ext cx="6007852" cy="332399"/>
          </a:xfrm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3.03. </a:t>
            </a:r>
            <a:r>
              <a:rPr lang="ko-KR" altLang="en-US" sz="2400" dirty="0" err="1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하이퍼파라미터</a:t>
            </a:r>
            <a:endParaRPr lang="ko-KR" altLang="en-US" sz="2400" dirty="0">
              <a:solidFill>
                <a:srgbClr val="3E63B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30C248-D81D-5920-0352-346B5B7BDAFC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F03BD7-1C16-D632-AC33-F99E10393DCB}"/>
              </a:ext>
            </a:extLst>
          </p:cNvPr>
          <p:cNvSpPr/>
          <p:nvPr/>
        </p:nvSpPr>
        <p:spPr>
          <a:xfrm>
            <a:off x="6349388" y="0"/>
            <a:ext cx="3033623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42AFE17-9076-9D46-278D-C00139FD64F8}"/>
              </a:ext>
            </a:extLst>
          </p:cNvPr>
          <p:cNvCxnSpPr>
            <a:cxnSpLocks/>
          </p:cNvCxnSpPr>
          <p:nvPr/>
        </p:nvCxnSpPr>
        <p:spPr>
          <a:xfrm>
            <a:off x="1391478" y="1273083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F78A70-3B07-8B5D-0A9A-9BC1B67E3673}"/>
              </a:ext>
            </a:extLst>
          </p:cNvPr>
          <p:cNvSpPr txBox="1"/>
          <p:nvPr/>
        </p:nvSpPr>
        <p:spPr>
          <a:xfrm>
            <a:off x="1391478" y="1964284"/>
            <a:ext cx="4439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해당 설계에서 사용가능한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하이퍼파라미터는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다음과 같습니다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89A5988-F479-D862-36A4-485B733EA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37087"/>
              </p:ext>
            </p:extLst>
          </p:nvPr>
        </p:nvGraphicFramePr>
        <p:xfrm>
          <a:off x="1405114" y="2448448"/>
          <a:ext cx="10327454" cy="302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2841">
                  <a:extLst>
                    <a:ext uri="{9D8B030D-6E8A-4147-A177-3AD203B41FA5}">
                      <a16:colId xmlns:a16="http://schemas.microsoft.com/office/drawing/2014/main" val="3988696457"/>
                    </a:ext>
                  </a:extLst>
                </a:gridCol>
                <a:gridCol w="8744613">
                  <a:extLst>
                    <a:ext uri="{9D8B030D-6E8A-4147-A177-3AD203B41FA5}">
                      <a16:colId xmlns:a16="http://schemas.microsoft.com/office/drawing/2014/main" val="2242635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본 프로젝트 내 구현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81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Batch_size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한 라운드에서 평가하는 데이터 셋 수</a:t>
                      </a:r>
                      <a:endParaRPr lang="en-US" altLang="ko-KR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단일 샘플 평가 시 발생할 수 있는 점수의 편향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(Bias)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괴 오류를 줄이고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</a:p>
                    <a:p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에이전트에게 평균적인 기대 보상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(Expected Reward)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을 제공하기 위해 추가하였습니다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550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History Window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state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에 포함하는 과거 단계 수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(t-2, t-1)</a:t>
                      </a:r>
                    </a:p>
                    <a:p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너무 먼 과거의 정보는 현재의 의사결정에 노이즈가 될 수 있고 토큰 비용을 고려하여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직전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2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개 턴의 추세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(Trend)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만 반영하도록 제한하였습니다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49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Optimizer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Temperature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Exploration (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탐험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제어</a:t>
                      </a:r>
                      <a:endParaRPr lang="en-US" altLang="ko-KR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프롬프트 최적화 에이전트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(Optimizer)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가 국소 최적해에 빠지지 않고 창의적이고 다양한 프롬프트 전략을 시도하도록 높은 온도 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(==1)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를 설정하였습니다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.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320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Target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Temperature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Environment Stability (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환경 안정성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평가 대상인 </a:t>
                      </a:r>
                      <a:r>
                        <a:rPr lang="ko-KR" altLang="en-US" sz="12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챗봇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(Environment, Target LLM)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은 동일한 입력에 대해 일관된 성능을 보여야 정확한 보상 측정이 가능하므로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무작위성을 제거하였습니다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. 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315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Episode</a:t>
                      </a:r>
                      <a:endParaRPr lang="ko-KR" altLang="en-US" sz="12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성능 향상 및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최적화된 프롬프트가 안정적으로 유지되는지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확인하기 위해 설정한 반복 횟수입니다</a:t>
                      </a:r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809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898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7E2DB-1DD5-94A5-CBFE-C7D229B6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36FA1-3B0E-5BA6-9E7D-AABB7B5A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22" y="424200"/>
            <a:ext cx="11544124" cy="443198"/>
          </a:xfrm>
        </p:spPr>
        <p:txBody>
          <a:bodyPr lIns="0" tIns="0" rIns="0" bIns="0">
            <a:spAutoFit/>
          </a:bodyPr>
          <a:lstStyle/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실험 결과</a:t>
            </a:r>
            <a:endParaRPr lang="ko-KR" altLang="en-US" sz="2200" dirty="0">
              <a:solidFill>
                <a:srgbClr val="3E63B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46C646-1521-DFEF-A932-5AE3ED23B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114" y="1424848"/>
            <a:ext cx="6007852" cy="332399"/>
          </a:xfrm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4.01. </a:t>
            </a:r>
            <a:r>
              <a:rPr lang="ko-KR" altLang="en-US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데이터셋에 따른 결과 비교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3451F3-086C-1540-EF5D-F3FBA035EC96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5FDB77B-9F44-7F49-0113-82CA034CC79E}"/>
              </a:ext>
            </a:extLst>
          </p:cNvPr>
          <p:cNvCxnSpPr>
            <a:cxnSpLocks/>
          </p:cNvCxnSpPr>
          <p:nvPr/>
        </p:nvCxnSpPr>
        <p:spPr>
          <a:xfrm>
            <a:off x="1391478" y="1273083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F149FB-280F-14D2-9944-51D63B801FC7}"/>
              </a:ext>
            </a:extLst>
          </p:cNvPr>
          <p:cNvSpPr txBox="1"/>
          <p:nvPr/>
        </p:nvSpPr>
        <p:spPr>
          <a:xfrm>
            <a:off x="1323899" y="1844768"/>
            <a:ext cx="5285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상세 데이터는 프로젝트 내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datasets/result/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에 업로드 해 두었습니다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F5DD0D-D4C7-87D0-B0E7-CDF74162BF71}"/>
              </a:ext>
            </a:extLst>
          </p:cNvPr>
          <p:cNvSpPr/>
          <p:nvPr/>
        </p:nvSpPr>
        <p:spPr>
          <a:xfrm>
            <a:off x="9383011" y="0"/>
            <a:ext cx="1431679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389E1E-5BD7-4ED2-A623-50EBAC2E7DC2}"/>
              </a:ext>
            </a:extLst>
          </p:cNvPr>
          <p:cNvSpPr txBox="1"/>
          <p:nvPr/>
        </p:nvSpPr>
        <p:spPr>
          <a:xfrm>
            <a:off x="1323899" y="2388954"/>
            <a:ext cx="61196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4.01.</a:t>
            </a:r>
            <a:r>
              <a:rPr lang="en-US" altLang="ko-KR" sz="1600" dirty="0">
                <a:latin typeface="페이퍼로지 6 SemiBold" pitchFamily="2" charset="-127"/>
                <a:ea typeface="페이퍼로지 6 SemiBold" pitchFamily="2" charset="-127"/>
              </a:rPr>
              <a:t>1. </a:t>
            </a:r>
            <a:r>
              <a:rPr lang="en-US" altLang="ko-KR" sz="1600" dirty="0" err="1">
                <a:latin typeface="페이퍼로지 6 SemiBold" pitchFamily="2" charset="-127"/>
                <a:ea typeface="페이퍼로지 6 SemiBold" pitchFamily="2" charset="-127"/>
              </a:rPr>
              <a:t>KorQuAD</a:t>
            </a:r>
            <a:r>
              <a:rPr lang="en-US" altLang="ko-KR" sz="1600" dirty="0"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sz="1600" dirty="0">
                <a:latin typeface="페이퍼로지 6 SemiBold" pitchFamily="2" charset="-127"/>
                <a:ea typeface="페이퍼로지 6 SemiBold" pitchFamily="2" charset="-127"/>
              </a:rPr>
              <a:t>데이터셋 결과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55DDD2-3FF0-EDC6-CFEE-911B327D061A}"/>
              </a:ext>
            </a:extLst>
          </p:cNvPr>
          <p:cNvSpPr txBox="1"/>
          <p:nvPr/>
        </p:nvSpPr>
        <p:spPr>
          <a:xfrm>
            <a:off x="1323899" y="2872989"/>
            <a:ext cx="104082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에이전트가 데이터의 본질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단답형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을 꿰뚫어 보고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스스로 페르소나를 변경하였습니다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>
                <a:latin typeface="페이퍼로지 6 SemiBold" pitchFamily="2" charset="-127"/>
                <a:ea typeface="페이퍼로지 6 SemiBold" pitchFamily="2" charset="-127"/>
              </a:rPr>
              <a:t>초기 상태 (</a:t>
            </a:r>
            <a:r>
              <a:rPr lang="ko-KR" altLang="ko-KR" sz="1200" dirty="0" err="1">
                <a:latin typeface="페이퍼로지 6 SemiBold" pitchFamily="2" charset="-127"/>
                <a:ea typeface="페이퍼로지 6 SemiBold" pitchFamily="2" charset="-127"/>
              </a:rPr>
              <a:t>Episode</a:t>
            </a:r>
            <a:r>
              <a:rPr lang="ko-KR" altLang="ko-KR" sz="1200" dirty="0">
                <a:latin typeface="페이퍼로지 6 SemiBold" pitchFamily="2" charset="-127"/>
                <a:ea typeface="페이퍼로지 6 SemiBold" pitchFamily="2" charset="-127"/>
              </a:rPr>
              <a:t> 1)</a:t>
            </a:r>
          </a:p>
          <a:p>
            <a:pPr marL="171450" lvl="0" indent="-1714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프롬프트: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" 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핵심 결론을 먼저 제시하는 두괄식 구조... 논리적으로 연결하여 설명... 사실/원인/결과를 담아라.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 " </a:t>
            </a:r>
          </a:p>
          <a:p>
            <a:pPr marL="171450" lvl="0" indent="-1714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점수: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0.520087555833248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 (낮음)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lvl="0" indent="-1714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상황: 에이전트는 일반적인 RAG </a:t>
            </a:r>
            <a:r>
              <a:rPr lang="ko-KR" altLang="ko-KR" sz="1200" dirty="0" err="1">
                <a:latin typeface="페이퍼로지 4 Regular" pitchFamily="2" charset="-127"/>
                <a:ea typeface="페이퍼로지 4 Regular" pitchFamily="2" charset="-127"/>
              </a:rPr>
              <a:t>챗봇처럼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 친절하고 논리적인 설명을 하려고 했습니다. </a:t>
            </a:r>
            <a:b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         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하지만 </a:t>
            </a:r>
            <a:r>
              <a:rPr lang="ko-KR" altLang="ko-KR" sz="1200" dirty="0" err="1">
                <a:latin typeface="페이퍼로지 4 Regular" pitchFamily="2" charset="-127"/>
                <a:ea typeface="페이퍼로지 4 Regular" pitchFamily="2" charset="-127"/>
              </a:rPr>
              <a:t>KorQuAD의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 정답은 단답형(단어/구)이기 때문에, 설명이 길어질수록 유사도가 떨어졌습니다.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lvl="0" indent="-1714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ko-KR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>
                <a:latin typeface="페이퍼로지 6 SemiBold" pitchFamily="2" charset="-127"/>
                <a:ea typeface="페이퍼로지 6 SemiBold" pitchFamily="2" charset="-127"/>
              </a:rPr>
              <a:t>최종 상태 (</a:t>
            </a:r>
            <a:r>
              <a:rPr lang="ko-KR" altLang="ko-KR" sz="1200" dirty="0" err="1">
                <a:latin typeface="페이퍼로지 6 SemiBold" pitchFamily="2" charset="-127"/>
                <a:ea typeface="페이퍼로지 6 SemiBold" pitchFamily="2" charset="-127"/>
              </a:rPr>
              <a:t>Episode</a:t>
            </a:r>
            <a:r>
              <a:rPr lang="ko-KR" altLang="ko-KR" sz="1200" dirty="0">
                <a:latin typeface="페이퍼로지 6 SemiBold" pitchFamily="2" charset="-127"/>
                <a:ea typeface="페이퍼로지 6 SemiBold" pitchFamily="2" charset="-127"/>
              </a:rPr>
              <a:t> 10)</a:t>
            </a:r>
          </a:p>
          <a:p>
            <a:pPr marL="171450" lvl="0" indent="-1714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프롬프트: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" 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핵심 명칭이나 단어만을 정확히 제시하십시오. 불필요한 문장 구조 없이 해당 단어 또는 짧은 구절만 출력하십시오. 한 줄로만 제공합니다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 “</a:t>
            </a:r>
          </a:p>
          <a:p>
            <a:pPr marL="171450" lvl="0" indent="-1714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점수: 1.00 (</a:t>
            </a:r>
            <a:r>
              <a:rPr lang="ko-KR" altLang="ko-KR" sz="1200" dirty="0" err="1">
                <a:latin typeface="페이퍼로지 4 Regular" pitchFamily="2" charset="-127"/>
                <a:ea typeface="페이퍼로지 4 Regular" pitchFamily="2" charset="-127"/>
              </a:rPr>
              <a:t>Perfect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lvl="0" indent="-1714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해석: 에이전트는 반복된 실패(</a:t>
            </a:r>
            <a:r>
              <a:rPr lang="ko-KR" altLang="ko-KR" sz="1200" dirty="0" err="1">
                <a:latin typeface="페이퍼로지 4 Regular" pitchFamily="2" charset="-127"/>
                <a:ea typeface="페이퍼로지 4 Regular" pitchFamily="2" charset="-127"/>
              </a:rPr>
              <a:t>Reflexion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)를 통해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" 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아! 여기서는 설명을 하면 점수가 깎이는구나. 무조건 단어만 </a:t>
            </a:r>
            <a:r>
              <a:rPr lang="ko-KR" altLang="ko-KR" sz="1200" dirty="0" err="1">
                <a:latin typeface="페이퍼로지 4 Regular" pitchFamily="2" charset="-127"/>
                <a:ea typeface="페이퍼로지 4 Regular" pitchFamily="2" charset="-127"/>
              </a:rPr>
              <a:t>뱉어야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 하는구나!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 " 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라는 사실을 </a:t>
            </a:r>
            <a:r>
              <a:rPr lang="ko-KR" altLang="ko-KR" sz="1200" dirty="0" err="1">
                <a:latin typeface="페이퍼로지 4 Regular" pitchFamily="2" charset="-127"/>
                <a:ea typeface="페이퍼로지 4 Regular" pitchFamily="2" charset="-127"/>
              </a:rPr>
              <a:t>깨달았습니다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marL="171450" lvl="0" indent="-1714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의의: 탐험(</a:t>
            </a:r>
            <a:r>
              <a:rPr lang="ko-KR" altLang="ko-KR" sz="1200" dirty="0" err="1">
                <a:latin typeface="페이퍼로지 4 Regular" pitchFamily="2" charset="-127"/>
                <a:ea typeface="페이퍼로지 4 Regular" pitchFamily="2" charset="-127"/>
              </a:rPr>
              <a:t>Temperature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 1.0) 덕분에 기존의 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" </a:t>
            </a:r>
            <a:r>
              <a:rPr lang="ko-KR" altLang="ko-KR" sz="1200" dirty="0" err="1">
                <a:latin typeface="페이퍼로지 4 Regular" pitchFamily="2" charset="-127"/>
                <a:ea typeface="페이퍼로지 4 Regular" pitchFamily="2" charset="-127"/>
              </a:rPr>
              <a:t>챗봇은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 말을 해야 한다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 " 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는 고정관념을 깨고, </a:t>
            </a:r>
            <a:r>
              <a:rPr lang="ko-KR" altLang="ko-KR" sz="1200" dirty="0" err="1">
                <a:latin typeface="페이퍼로지 4 Regular" pitchFamily="2" charset="-127"/>
                <a:ea typeface="페이퍼로지 4 Regular" pitchFamily="2" charset="-127"/>
              </a:rPr>
              <a:t>기계독해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ko-KR" sz="1200" dirty="0" err="1">
                <a:latin typeface="페이퍼로지 4 Regular" pitchFamily="2" charset="-127"/>
                <a:ea typeface="페이퍼로지 4 Regular" pitchFamily="2" charset="-127"/>
              </a:rPr>
              <a:t>Extraction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식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단답모드로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ko-KR" sz="1200" dirty="0">
                <a:latin typeface="페이퍼로지 4 Regular" pitchFamily="2" charset="-127"/>
                <a:ea typeface="페이퍼로지 4 Regular" pitchFamily="2" charset="-127"/>
              </a:rPr>
              <a:t>로 전략을 수정했습니다.</a:t>
            </a:r>
            <a:endParaRPr lang="en-US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sz="1200" dirty="0">
              <a:latin typeface="페이퍼로지 4 Regular" pitchFamily="2" charset="-127"/>
              <a:ea typeface="페이퍼로지 4 Regular" pitchFamily="2" charset="-127"/>
            </a:endParaRPr>
          </a:p>
          <a:p>
            <a:endParaRPr lang="ko-KR" alt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439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2D9AE-3E25-A6A2-2B46-3080CBF90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A5634-155D-6F90-EE62-98F2C7BEE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22" y="424200"/>
            <a:ext cx="11544124" cy="443198"/>
          </a:xfrm>
        </p:spPr>
        <p:txBody>
          <a:bodyPr lIns="0" tIns="0" rIns="0" bIns="0">
            <a:spAutoFit/>
          </a:bodyPr>
          <a:lstStyle/>
          <a:p>
            <a:r>
              <a:rPr lang="ko-KR" altLang="en-US" sz="32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실험 결과</a:t>
            </a:r>
            <a:endParaRPr lang="ko-KR" altLang="en-US" sz="2200" dirty="0">
              <a:solidFill>
                <a:srgbClr val="3E63B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3B94BA-D92F-AC32-6F75-AE353DC31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5113" y="1424848"/>
            <a:ext cx="8545375" cy="332399"/>
          </a:xfrm>
        </p:spPr>
        <p:txBody>
          <a:bodyPr wrap="square" lIns="0" tIns="0" rIns="0" bIns="0" anchor="ctr" anchorCtr="0">
            <a:spAutoFit/>
          </a:bodyPr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C1CBD7"/>
                </a:solidFill>
                <a:latin typeface="페이퍼로지 6 SemiBold" pitchFamily="2" charset="-127"/>
                <a:ea typeface="페이퍼로지 6 SemiBold" pitchFamily="2" charset="-127"/>
              </a:rPr>
              <a:t>4.01. </a:t>
            </a:r>
            <a:r>
              <a:rPr lang="ko-KR" altLang="en-US" sz="2400" dirty="0">
                <a:solidFill>
                  <a:srgbClr val="3E63B4"/>
                </a:solidFill>
                <a:latin typeface="페이퍼로지 6 SemiBold" pitchFamily="2" charset="-127"/>
                <a:ea typeface="페이퍼로지 6 SemiBold" pitchFamily="2" charset="-127"/>
              </a:rPr>
              <a:t>에피소드 </a:t>
            </a:r>
            <a:r>
              <a:rPr lang="ko-KR" altLang="en-US" sz="2400" dirty="0">
                <a:latin typeface="페이퍼로지 6 SemiBold" pitchFamily="2" charset="-127"/>
                <a:ea typeface="페이퍼로지 6 SemiBold" pitchFamily="2" charset="-127"/>
              </a:rPr>
              <a:t>진행에 따른 성능 변화 추이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1EC689F-9BCE-9031-9E30-282EF1AE3914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F663073-0FD9-309E-24F1-AB4CB26AF0BE}"/>
              </a:ext>
            </a:extLst>
          </p:cNvPr>
          <p:cNvCxnSpPr>
            <a:cxnSpLocks/>
          </p:cNvCxnSpPr>
          <p:nvPr/>
        </p:nvCxnSpPr>
        <p:spPr>
          <a:xfrm>
            <a:off x="1391478" y="1273083"/>
            <a:ext cx="10327455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91F07D-BE5B-0140-36BC-6A477F298719}"/>
              </a:ext>
            </a:extLst>
          </p:cNvPr>
          <p:cNvSpPr/>
          <p:nvPr/>
        </p:nvSpPr>
        <p:spPr>
          <a:xfrm>
            <a:off x="9383011" y="0"/>
            <a:ext cx="1431679" cy="253042"/>
          </a:xfrm>
          <a:prstGeom prst="rect">
            <a:avLst/>
          </a:prstGeom>
          <a:solidFill>
            <a:srgbClr val="3E63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27AC2FB-DD4A-7E2E-8252-DCF0493BA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170" y="2964706"/>
            <a:ext cx="5027500" cy="30165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7158881-D4CF-76F6-ACD4-463AE0D7F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605" y="2964707"/>
            <a:ext cx="5027500" cy="3016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00618E-54AD-E932-C2A5-FDE30F5162C6}"/>
              </a:ext>
            </a:extLst>
          </p:cNvPr>
          <p:cNvSpPr txBox="1"/>
          <p:nvPr/>
        </p:nvSpPr>
        <p:spPr>
          <a:xfrm>
            <a:off x="1405112" y="1950828"/>
            <a:ext cx="92950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페이퍼로지 4 Regular" pitchFamily="2" charset="-127"/>
                <a:ea typeface="페이퍼로지 4 Regular" pitchFamily="2" charset="-127"/>
              </a:rPr>
              <a:t>KorQuAD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그래프의 경우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에이전트가 데이터셋의 정답이 단답형이라는 것을 깨닫고 전략을 수정하자 점수가 드라마틱하게 상승했습니다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KLUE-RAG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그래프의 경우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이미 초기 성능이 준수했으나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미세 조정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(Fine-tuning)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을 통해 점수의 편차를 줄이고 안정성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(Stability)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을 확보하는 방향으로 학습이 진행되었습니다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또한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근소하나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모두 그래프가 </a:t>
            </a:r>
            <a:r>
              <a:rPr lang="ko-KR" altLang="en-US" sz="1200" dirty="0" err="1">
                <a:latin typeface="페이퍼로지 4 Regular" pitchFamily="2" charset="-127"/>
                <a:ea typeface="페이퍼로지 4 Regular" pitchFamily="2" charset="-127"/>
              </a:rPr>
              <a:t>우상향</a:t>
            </a:r>
            <a:r>
              <a:rPr lang="ko-KR" altLang="en-US" sz="1200" dirty="0">
                <a:latin typeface="페이퍼로지 4 Regular" pitchFamily="2" charset="-127"/>
                <a:ea typeface="페이퍼로지 4 Regular" pitchFamily="2" charset="-127"/>
              </a:rPr>
              <a:t> 함을 볼 수 있었습니다</a:t>
            </a:r>
            <a:r>
              <a:rPr lang="en-US" altLang="ko-KR" sz="12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2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0764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468B1-F9D9-A8D4-F0BE-64975A3C7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1AF55E7-07B5-B279-0BBC-55C9BBCD5F0A}"/>
              </a:ext>
            </a:extLst>
          </p:cNvPr>
          <p:cNvSpPr/>
          <p:nvPr/>
        </p:nvSpPr>
        <p:spPr>
          <a:xfrm>
            <a:off x="0" y="0"/>
            <a:ext cx="12192000" cy="253042"/>
          </a:xfrm>
          <a:prstGeom prst="rect">
            <a:avLst/>
          </a:prstGeom>
          <a:solidFill>
            <a:srgbClr val="C1C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4EB9948-BCB1-4DF1-3D7A-5B47A0C08577}"/>
              </a:ext>
            </a:extLst>
          </p:cNvPr>
          <p:cNvGrpSpPr/>
          <p:nvPr/>
        </p:nvGrpSpPr>
        <p:grpSpPr>
          <a:xfrm>
            <a:off x="1107057" y="2074349"/>
            <a:ext cx="9977887" cy="1040855"/>
            <a:chOff x="1107057" y="2193619"/>
            <a:chExt cx="9977887" cy="104085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8CD59C-C972-65D6-1BB4-2F706570C591}"/>
                </a:ext>
              </a:extLst>
            </p:cNvPr>
            <p:cNvSpPr txBox="1"/>
            <p:nvPr/>
          </p:nvSpPr>
          <p:spPr>
            <a:xfrm>
              <a:off x="3953774" y="2193619"/>
              <a:ext cx="428445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dirty="0">
                  <a:latin typeface="페이퍼로지 6 SemiBold" pitchFamily="2" charset="-127"/>
                  <a:ea typeface="페이퍼로지 6 SemiBold" pitchFamily="2" charset="-127"/>
                </a:rPr>
                <a:t>강화학습 기말 프로젝트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BCED0D-C1F3-3532-FC3E-3B41B1B0EF8C}"/>
                </a:ext>
              </a:extLst>
            </p:cNvPr>
            <p:cNvSpPr txBox="1"/>
            <p:nvPr/>
          </p:nvSpPr>
          <p:spPr>
            <a:xfrm>
              <a:off x="1107057" y="2557366"/>
              <a:ext cx="9977887" cy="67710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ko-KR" altLang="en-US" sz="4400" dirty="0">
                  <a:solidFill>
                    <a:srgbClr val="3E63B4"/>
                  </a:solidFill>
                  <a:latin typeface="페이퍼로지 9 Black" pitchFamily="2" charset="-127"/>
                  <a:ea typeface="페이퍼로지 9 Black" pitchFamily="2" charset="-127"/>
                </a:rPr>
                <a:t>감사합니다</a:t>
              </a:r>
              <a:r>
                <a:rPr lang="en-US" altLang="ko-KR" sz="4400" dirty="0">
                  <a:solidFill>
                    <a:srgbClr val="3E63B4"/>
                  </a:solidFill>
                  <a:latin typeface="페이퍼로지 9 Black" pitchFamily="2" charset="-127"/>
                  <a:ea typeface="페이퍼로지 9 Black" pitchFamily="2" charset="-127"/>
                </a:rPr>
                <a:t>.</a:t>
              </a:r>
              <a:endParaRPr lang="ko-KR" altLang="en-US" sz="4400" dirty="0">
                <a:solidFill>
                  <a:srgbClr val="3E63B4"/>
                </a:solidFill>
                <a:latin typeface="페이퍼로지 9 Black" pitchFamily="2" charset="-127"/>
                <a:ea typeface="페이퍼로지 9 Black" pitchFamily="2" charset="-127"/>
              </a:endParaRPr>
            </a:p>
          </p:txBody>
        </p: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312FC8B-F8CC-EE6C-F19D-7E8D95D37654}"/>
              </a:ext>
            </a:extLst>
          </p:cNvPr>
          <p:cNvCxnSpPr>
            <a:cxnSpLocks/>
          </p:cNvCxnSpPr>
          <p:nvPr/>
        </p:nvCxnSpPr>
        <p:spPr>
          <a:xfrm>
            <a:off x="473067" y="583970"/>
            <a:ext cx="11245866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CC2DC2B-4585-9216-D8D3-52ECFA1254F6}"/>
              </a:ext>
            </a:extLst>
          </p:cNvPr>
          <p:cNvSpPr txBox="1"/>
          <p:nvPr/>
        </p:nvSpPr>
        <p:spPr>
          <a:xfrm>
            <a:off x="4142510" y="5852160"/>
            <a:ext cx="3906981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서강대 </a:t>
            </a:r>
            <a:r>
              <a:rPr lang="en-US" altLang="ko-KR" dirty="0">
                <a:latin typeface="페이퍼로지 6 SemiBold" pitchFamily="2" charset="-127"/>
                <a:ea typeface="페이퍼로지 6 SemiBold" pitchFamily="2" charset="-127"/>
              </a:rPr>
              <a:t>AISW </a:t>
            </a:r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대학원 </a:t>
            </a:r>
            <a:r>
              <a:rPr lang="en-US" altLang="ko-KR" dirty="0">
                <a:latin typeface="페이퍼로지 6 SemiBold" pitchFamily="2" charset="-127"/>
                <a:ea typeface="페이퍼로지 6 SemiBold" pitchFamily="2" charset="-127"/>
              </a:rPr>
              <a:t>| A70071 </a:t>
            </a:r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유지연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33F7305-E7F4-CFB4-BEDE-0B43988806F6}"/>
              </a:ext>
            </a:extLst>
          </p:cNvPr>
          <p:cNvCxnSpPr>
            <a:cxnSpLocks/>
          </p:cNvCxnSpPr>
          <p:nvPr/>
        </p:nvCxnSpPr>
        <p:spPr>
          <a:xfrm>
            <a:off x="473067" y="6564073"/>
            <a:ext cx="11245866" cy="0"/>
          </a:xfrm>
          <a:prstGeom prst="line">
            <a:avLst/>
          </a:prstGeom>
          <a:ln w="12700">
            <a:solidFill>
              <a:srgbClr val="C1C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060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1487</Words>
  <Application>Microsoft Office PowerPoint</Application>
  <PresentationFormat>와이드스크린</PresentationFormat>
  <Paragraphs>145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맑은 고딕</vt:lpstr>
      <vt:lpstr>페이퍼로지 4 Regular</vt:lpstr>
      <vt:lpstr>페이퍼로지 6 SemiBold</vt:lpstr>
      <vt:lpstr>페이퍼로지 7 Bold</vt:lpstr>
      <vt:lpstr>페이퍼로지 9 Black</vt:lpstr>
      <vt:lpstr>Arial</vt:lpstr>
      <vt:lpstr>Office 테마</vt:lpstr>
      <vt:lpstr>PowerPoint 프레젠테이션</vt:lpstr>
      <vt:lpstr>서론 (Introduction)</vt:lpstr>
      <vt:lpstr>서론 (Introduction)</vt:lpstr>
      <vt:lpstr>문제 정의 및 환경 (Problem Formulation)</vt:lpstr>
      <vt:lpstr>문제 정의 및 환경 (Problem Formulation)</vt:lpstr>
      <vt:lpstr>PowerPoint 프레젠테이션</vt:lpstr>
      <vt:lpstr>PowerPoint 프레젠테이션</vt:lpstr>
      <vt:lpstr>강화학습 알고리즘 (RL Algorithm) </vt:lpstr>
      <vt:lpstr>강화학습 알고리즘 (RL Algorithm) </vt:lpstr>
      <vt:lpstr>강화학습 알고리즘 (RL Algorithm) </vt:lpstr>
      <vt:lpstr>실험 결과</vt:lpstr>
      <vt:lpstr>실험 결과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지연 유</dc:creator>
  <cp:lastModifiedBy>지연 유</cp:lastModifiedBy>
  <cp:revision>1</cp:revision>
  <dcterms:created xsi:type="dcterms:W3CDTF">2025-11-30T05:42:41Z</dcterms:created>
  <dcterms:modified xsi:type="dcterms:W3CDTF">2025-12-07T14:53:56Z</dcterms:modified>
</cp:coreProperties>
</file>